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BFD52E-2E76-41C0-8532-B9E743403468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49EA37B-A60F-4F8B-A41F-F1280C77F45C}">
      <dgm:prSet/>
      <dgm:spPr/>
      <dgm:t>
        <a:bodyPr/>
        <a:lstStyle/>
        <a:p>
          <a:r>
            <a:rPr lang="en-US"/>
            <a:t>Presented by: Ali Mohamed</a:t>
          </a:r>
        </a:p>
      </dgm:t>
    </dgm:pt>
    <dgm:pt modelId="{E8090EF0-E036-43D8-8FEE-EF46F7E96B26}" type="parTrans" cxnId="{A8ACDB23-8A25-47B2-81D3-FFFB0DC6955F}">
      <dgm:prSet/>
      <dgm:spPr/>
      <dgm:t>
        <a:bodyPr/>
        <a:lstStyle/>
        <a:p>
          <a:endParaRPr lang="en-US"/>
        </a:p>
      </dgm:t>
    </dgm:pt>
    <dgm:pt modelId="{6B923F2A-17A4-47D3-A0FE-846B0E9C247B}" type="sibTrans" cxnId="{A8ACDB23-8A25-47B2-81D3-FFFB0DC6955F}">
      <dgm:prSet/>
      <dgm:spPr/>
      <dgm:t>
        <a:bodyPr/>
        <a:lstStyle/>
        <a:p>
          <a:endParaRPr lang="en-US"/>
        </a:p>
      </dgm:t>
    </dgm:pt>
    <dgm:pt modelId="{C35521CB-0C1F-4F89-8B24-BC96EBBB0EF2}">
      <dgm:prSet/>
      <dgm:spPr/>
      <dgm:t>
        <a:bodyPr/>
        <a:lstStyle/>
        <a:p>
          <a:r>
            <a:rPr lang="en-US"/>
            <a:t>Data Scientist</a:t>
          </a:r>
        </a:p>
      </dgm:t>
    </dgm:pt>
    <dgm:pt modelId="{A6967C5B-D23B-4805-961F-411B83768AF4}" type="parTrans" cxnId="{6C0AD4F3-7FF7-4694-95B4-D1F754244687}">
      <dgm:prSet/>
      <dgm:spPr/>
      <dgm:t>
        <a:bodyPr/>
        <a:lstStyle/>
        <a:p>
          <a:endParaRPr lang="en-US"/>
        </a:p>
      </dgm:t>
    </dgm:pt>
    <dgm:pt modelId="{A2CE9361-5D08-410C-A546-D5604D1A584E}" type="sibTrans" cxnId="{6C0AD4F3-7FF7-4694-95B4-D1F754244687}">
      <dgm:prSet/>
      <dgm:spPr/>
      <dgm:t>
        <a:bodyPr/>
        <a:lstStyle/>
        <a:p>
          <a:endParaRPr lang="en-US"/>
        </a:p>
      </dgm:t>
    </dgm:pt>
    <dgm:pt modelId="{E12AB744-F909-44B0-BDCB-891947098718}">
      <dgm:prSet/>
      <dgm:spPr/>
      <dgm:t>
        <a:bodyPr/>
        <a:lstStyle/>
        <a:p>
          <a:r>
            <a:rPr lang="en-US"/>
            <a:t>May 2026</a:t>
          </a:r>
        </a:p>
      </dgm:t>
    </dgm:pt>
    <dgm:pt modelId="{1E1B35D9-B006-4141-B435-BB42B6CB2162}" type="parTrans" cxnId="{02313728-6518-4BBF-A3BB-B1F3F6843B0B}">
      <dgm:prSet/>
      <dgm:spPr/>
      <dgm:t>
        <a:bodyPr/>
        <a:lstStyle/>
        <a:p>
          <a:endParaRPr lang="en-US"/>
        </a:p>
      </dgm:t>
    </dgm:pt>
    <dgm:pt modelId="{748C51C3-F629-4682-A37D-EDB1F99F65E1}" type="sibTrans" cxnId="{02313728-6518-4BBF-A3BB-B1F3F6843B0B}">
      <dgm:prSet/>
      <dgm:spPr/>
      <dgm:t>
        <a:bodyPr/>
        <a:lstStyle/>
        <a:p>
          <a:endParaRPr lang="en-US"/>
        </a:p>
      </dgm:t>
    </dgm:pt>
    <dgm:pt modelId="{F0A6C378-240E-46B3-A5C4-78DDF147B5E6}" type="pres">
      <dgm:prSet presAssocID="{27BFD52E-2E76-41C0-8532-B9E743403468}" presName="linear" presStyleCnt="0">
        <dgm:presLayoutVars>
          <dgm:dir/>
          <dgm:animLvl val="lvl"/>
          <dgm:resizeHandles val="exact"/>
        </dgm:presLayoutVars>
      </dgm:prSet>
      <dgm:spPr/>
    </dgm:pt>
    <dgm:pt modelId="{C95AD9A0-EDC5-4C88-84A5-B68C7B468F92}" type="pres">
      <dgm:prSet presAssocID="{F49EA37B-A60F-4F8B-A41F-F1280C77F45C}" presName="parentLin" presStyleCnt="0"/>
      <dgm:spPr/>
    </dgm:pt>
    <dgm:pt modelId="{A8511954-D021-4867-9C3C-0CEC9DB58A5A}" type="pres">
      <dgm:prSet presAssocID="{F49EA37B-A60F-4F8B-A41F-F1280C77F45C}" presName="parentLeftMargin" presStyleLbl="node1" presStyleIdx="0" presStyleCnt="3"/>
      <dgm:spPr/>
    </dgm:pt>
    <dgm:pt modelId="{84F4D659-35BE-418C-B162-CD60760F6DF2}" type="pres">
      <dgm:prSet presAssocID="{F49EA37B-A60F-4F8B-A41F-F1280C77F45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93D8045-87F1-4CEB-99D5-A2FA7F629AAA}" type="pres">
      <dgm:prSet presAssocID="{F49EA37B-A60F-4F8B-A41F-F1280C77F45C}" presName="negativeSpace" presStyleCnt="0"/>
      <dgm:spPr/>
    </dgm:pt>
    <dgm:pt modelId="{ACE321A6-9908-4C63-BE2F-59BEC9B9971C}" type="pres">
      <dgm:prSet presAssocID="{F49EA37B-A60F-4F8B-A41F-F1280C77F45C}" presName="childText" presStyleLbl="conFgAcc1" presStyleIdx="0" presStyleCnt="3">
        <dgm:presLayoutVars>
          <dgm:bulletEnabled val="1"/>
        </dgm:presLayoutVars>
      </dgm:prSet>
      <dgm:spPr/>
    </dgm:pt>
    <dgm:pt modelId="{D0EC564E-F246-4A66-880E-86FEFEFCD47B}" type="pres">
      <dgm:prSet presAssocID="{6B923F2A-17A4-47D3-A0FE-846B0E9C247B}" presName="spaceBetweenRectangles" presStyleCnt="0"/>
      <dgm:spPr/>
    </dgm:pt>
    <dgm:pt modelId="{DA2DD40A-9E36-4F4E-A6E5-B19D79F4F4A0}" type="pres">
      <dgm:prSet presAssocID="{C35521CB-0C1F-4F89-8B24-BC96EBBB0EF2}" presName="parentLin" presStyleCnt="0"/>
      <dgm:spPr/>
    </dgm:pt>
    <dgm:pt modelId="{B2580185-E51A-4B77-9A7E-A608CDE42AD4}" type="pres">
      <dgm:prSet presAssocID="{C35521CB-0C1F-4F89-8B24-BC96EBBB0EF2}" presName="parentLeftMargin" presStyleLbl="node1" presStyleIdx="0" presStyleCnt="3"/>
      <dgm:spPr/>
    </dgm:pt>
    <dgm:pt modelId="{DFD13769-32D3-4686-BE22-3CCA873517BB}" type="pres">
      <dgm:prSet presAssocID="{C35521CB-0C1F-4F89-8B24-BC96EBBB0EF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F9C4142-41F5-4111-AC1B-8F18E1E7C727}" type="pres">
      <dgm:prSet presAssocID="{C35521CB-0C1F-4F89-8B24-BC96EBBB0EF2}" presName="negativeSpace" presStyleCnt="0"/>
      <dgm:spPr/>
    </dgm:pt>
    <dgm:pt modelId="{80FE7160-FB60-40A6-9964-937B38FA31BB}" type="pres">
      <dgm:prSet presAssocID="{C35521CB-0C1F-4F89-8B24-BC96EBBB0EF2}" presName="childText" presStyleLbl="conFgAcc1" presStyleIdx="1" presStyleCnt="3">
        <dgm:presLayoutVars>
          <dgm:bulletEnabled val="1"/>
        </dgm:presLayoutVars>
      </dgm:prSet>
      <dgm:spPr/>
    </dgm:pt>
    <dgm:pt modelId="{547DC2AB-4551-47DD-AF3C-F64E01AE0E69}" type="pres">
      <dgm:prSet presAssocID="{A2CE9361-5D08-410C-A546-D5604D1A584E}" presName="spaceBetweenRectangles" presStyleCnt="0"/>
      <dgm:spPr/>
    </dgm:pt>
    <dgm:pt modelId="{042F1887-2510-4BAA-A9B1-827C55E7CC7A}" type="pres">
      <dgm:prSet presAssocID="{E12AB744-F909-44B0-BDCB-891947098718}" presName="parentLin" presStyleCnt="0"/>
      <dgm:spPr/>
    </dgm:pt>
    <dgm:pt modelId="{DA857D59-3BF4-4A10-96B2-4B31CAFC1122}" type="pres">
      <dgm:prSet presAssocID="{E12AB744-F909-44B0-BDCB-891947098718}" presName="parentLeftMargin" presStyleLbl="node1" presStyleIdx="1" presStyleCnt="3"/>
      <dgm:spPr/>
    </dgm:pt>
    <dgm:pt modelId="{892926C9-2CD7-4FFC-9748-355BCF200E34}" type="pres">
      <dgm:prSet presAssocID="{E12AB744-F909-44B0-BDCB-89194709871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73C3D7F-6E03-4CC2-B724-6F05F614E182}" type="pres">
      <dgm:prSet presAssocID="{E12AB744-F909-44B0-BDCB-891947098718}" presName="negativeSpace" presStyleCnt="0"/>
      <dgm:spPr/>
    </dgm:pt>
    <dgm:pt modelId="{E45B3EE8-5E1D-4BFD-92C4-D389BD79CF2B}" type="pres">
      <dgm:prSet presAssocID="{E12AB744-F909-44B0-BDCB-89194709871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41D490A-8284-423C-8B40-B938190FA23B}" type="presOf" srcId="{E12AB744-F909-44B0-BDCB-891947098718}" destId="{892926C9-2CD7-4FFC-9748-355BCF200E34}" srcOrd="1" destOrd="0" presId="urn:microsoft.com/office/officeart/2005/8/layout/list1"/>
    <dgm:cxn modelId="{A8ACDB23-8A25-47B2-81D3-FFFB0DC6955F}" srcId="{27BFD52E-2E76-41C0-8532-B9E743403468}" destId="{F49EA37B-A60F-4F8B-A41F-F1280C77F45C}" srcOrd="0" destOrd="0" parTransId="{E8090EF0-E036-43D8-8FEE-EF46F7E96B26}" sibTransId="{6B923F2A-17A4-47D3-A0FE-846B0E9C247B}"/>
    <dgm:cxn modelId="{02313728-6518-4BBF-A3BB-B1F3F6843B0B}" srcId="{27BFD52E-2E76-41C0-8532-B9E743403468}" destId="{E12AB744-F909-44B0-BDCB-891947098718}" srcOrd="2" destOrd="0" parTransId="{1E1B35D9-B006-4141-B435-BB42B6CB2162}" sibTransId="{748C51C3-F629-4682-A37D-EDB1F99F65E1}"/>
    <dgm:cxn modelId="{9A42882B-3DD9-4F3E-B471-0F8031D3B83A}" type="presOf" srcId="{F49EA37B-A60F-4F8B-A41F-F1280C77F45C}" destId="{A8511954-D021-4867-9C3C-0CEC9DB58A5A}" srcOrd="0" destOrd="0" presId="urn:microsoft.com/office/officeart/2005/8/layout/list1"/>
    <dgm:cxn modelId="{2513F847-E08D-4FCC-B3FF-3E9C1F874BCA}" type="presOf" srcId="{27BFD52E-2E76-41C0-8532-B9E743403468}" destId="{F0A6C378-240E-46B3-A5C4-78DDF147B5E6}" srcOrd="0" destOrd="0" presId="urn:microsoft.com/office/officeart/2005/8/layout/list1"/>
    <dgm:cxn modelId="{8B597F74-15C5-4288-991C-E5FF61A60ECF}" type="presOf" srcId="{C35521CB-0C1F-4F89-8B24-BC96EBBB0EF2}" destId="{B2580185-E51A-4B77-9A7E-A608CDE42AD4}" srcOrd="0" destOrd="0" presId="urn:microsoft.com/office/officeart/2005/8/layout/list1"/>
    <dgm:cxn modelId="{A1DA8D55-9FEA-4AF0-9428-3DEC2030F7ED}" type="presOf" srcId="{E12AB744-F909-44B0-BDCB-891947098718}" destId="{DA857D59-3BF4-4A10-96B2-4B31CAFC1122}" srcOrd="0" destOrd="0" presId="urn:microsoft.com/office/officeart/2005/8/layout/list1"/>
    <dgm:cxn modelId="{5C2F3F56-4E54-4AE7-8C1D-07B1E93B424B}" type="presOf" srcId="{F49EA37B-A60F-4F8B-A41F-F1280C77F45C}" destId="{84F4D659-35BE-418C-B162-CD60760F6DF2}" srcOrd="1" destOrd="0" presId="urn:microsoft.com/office/officeart/2005/8/layout/list1"/>
    <dgm:cxn modelId="{D04159BF-B90B-4B75-B453-CB87D5FBE0A9}" type="presOf" srcId="{C35521CB-0C1F-4F89-8B24-BC96EBBB0EF2}" destId="{DFD13769-32D3-4686-BE22-3CCA873517BB}" srcOrd="1" destOrd="0" presId="urn:microsoft.com/office/officeart/2005/8/layout/list1"/>
    <dgm:cxn modelId="{6C0AD4F3-7FF7-4694-95B4-D1F754244687}" srcId="{27BFD52E-2E76-41C0-8532-B9E743403468}" destId="{C35521CB-0C1F-4F89-8B24-BC96EBBB0EF2}" srcOrd="1" destOrd="0" parTransId="{A6967C5B-D23B-4805-961F-411B83768AF4}" sibTransId="{A2CE9361-5D08-410C-A546-D5604D1A584E}"/>
    <dgm:cxn modelId="{46C166CF-85D0-45B6-9275-F806470A3E50}" type="presParOf" srcId="{F0A6C378-240E-46B3-A5C4-78DDF147B5E6}" destId="{C95AD9A0-EDC5-4C88-84A5-B68C7B468F92}" srcOrd="0" destOrd="0" presId="urn:microsoft.com/office/officeart/2005/8/layout/list1"/>
    <dgm:cxn modelId="{FBFBDEF0-3372-44F9-B760-572C5D5299D9}" type="presParOf" srcId="{C95AD9A0-EDC5-4C88-84A5-B68C7B468F92}" destId="{A8511954-D021-4867-9C3C-0CEC9DB58A5A}" srcOrd="0" destOrd="0" presId="urn:microsoft.com/office/officeart/2005/8/layout/list1"/>
    <dgm:cxn modelId="{5884D622-A3AD-408A-9891-D985842DDC05}" type="presParOf" srcId="{C95AD9A0-EDC5-4C88-84A5-B68C7B468F92}" destId="{84F4D659-35BE-418C-B162-CD60760F6DF2}" srcOrd="1" destOrd="0" presId="urn:microsoft.com/office/officeart/2005/8/layout/list1"/>
    <dgm:cxn modelId="{533AE0E9-1EBF-4BB0-9059-BF2F1699724E}" type="presParOf" srcId="{F0A6C378-240E-46B3-A5C4-78DDF147B5E6}" destId="{993D8045-87F1-4CEB-99D5-A2FA7F629AAA}" srcOrd="1" destOrd="0" presId="urn:microsoft.com/office/officeart/2005/8/layout/list1"/>
    <dgm:cxn modelId="{F3C55E8E-8D09-4C73-88BB-D8665514B0C5}" type="presParOf" srcId="{F0A6C378-240E-46B3-A5C4-78DDF147B5E6}" destId="{ACE321A6-9908-4C63-BE2F-59BEC9B9971C}" srcOrd="2" destOrd="0" presId="urn:microsoft.com/office/officeart/2005/8/layout/list1"/>
    <dgm:cxn modelId="{5393CFD0-87C2-4215-AA38-C86133B00987}" type="presParOf" srcId="{F0A6C378-240E-46B3-A5C4-78DDF147B5E6}" destId="{D0EC564E-F246-4A66-880E-86FEFEFCD47B}" srcOrd="3" destOrd="0" presId="urn:microsoft.com/office/officeart/2005/8/layout/list1"/>
    <dgm:cxn modelId="{2B90666E-7F20-4E5C-B7A1-9259072CC6B2}" type="presParOf" srcId="{F0A6C378-240E-46B3-A5C4-78DDF147B5E6}" destId="{DA2DD40A-9E36-4F4E-A6E5-B19D79F4F4A0}" srcOrd="4" destOrd="0" presId="urn:microsoft.com/office/officeart/2005/8/layout/list1"/>
    <dgm:cxn modelId="{50FE083F-B1E5-4081-BF9C-05E05A09CFB2}" type="presParOf" srcId="{DA2DD40A-9E36-4F4E-A6E5-B19D79F4F4A0}" destId="{B2580185-E51A-4B77-9A7E-A608CDE42AD4}" srcOrd="0" destOrd="0" presId="urn:microsoft.com/office/officeart/2005/8/layout/list1"/>
    <dgm:cxn modelId="{A10BBB9E-1DD4-474E-BF2A-F4756504E1D8}" type="presParOf" srcId="{DA2DD40A-9E36-4F4E-A6E5-B19D79F4F4A0}" destId="{DFD13769-32D3-4686-BE22-3CCA873517BB}" srcOrd="1" destOrd="0" presId="urn:microsoft.com/office/officeart/2005/8/layout/list1"/>
    <dgm:cxn modelId="{594BC966-D47E-49B4-9167-00B1DD69382B}" type="presParOf" srcId="{F0A6C378-240E-46B3-A5C4-78DDF147B5E6}" destId="{FF9C4142-41F5-4111-AC1B-8F18E1E7C727}" srcOrd="5" destOrd="0" presId="urn:microsoft.com/office/officeart/2005/8/layout/list1"/>
    <dgm:cxn modelId="{C1CCCFEA-8374-4DC2-8DC8-0366A0F3FCFF}" type="presParOf" srcId="{F0A6C378-240E-46B3-A5C4-78DDF147B5E6}" destId="{80FE7160-FB60-40A6-9964-937B38FA31BB}" srcOrd="6" destOrd="0" presId="urn:microsoft.com/office/officeart/2005/8/layout/list1"/>
    <dgm:cxn modelId="{4C77E194-F097-45A5-B9EC-32E463665A8D}" type="presParOf" srcId="{F0A6C378-240E-46B3-A5C4-78DDF147B5E6}" destId="{547DC2AB-4551-47DD-AF3C-F64E01AE0E69}" srcOrd="7" destOrd="0" presId="urn:microsoft.com/office/officeart/2005/8/layout/list1"/>
    <dgm:cxn modelId="{178EFE10-53E1-4826-AA55-FA7CA9BFAB03}" type="presParOf" srcId="{F0A6C378-240E-46B3-A5C4-78DDF147B5E6}" destId="{042F1887-2510-4BAA-A9B1-827C55E7CC7A}" srcOrd="8" destOrd="0" presId="urn:microsoft.com/office/officeart/2005/8/layout/list1"/>
    <dgm:cxn modelId="{70400E6E-6B83-4748-B2EB-7F24059DA6A7}" type="presParOf" srcId="{042F1887-2510-4BAA-A9B1-827C55E7CC7A}" destId="{DA857D59-3BF4-4A10-96B2-4B31CAFC1122}" srcOrd="0" destOrd="0" presId="urn:microsoft.com/office/officeart/2005/8/layout/list1"/>
    <dgm:cxn modelId="{3A6C7BB5-4D58-4185-B2FD-FD248F499284}" type="presParOf" srcId="{042F1887-2510-4BAA-A9B1-827C55E7CC7A}" destId="{892926C9-2CD7-4FFC-9748-355BCF200E34}" srcOrd="1" destOrd="0" presId="urn:microsoft.com/office/officeart/2005/8/layout/list1"/>
    <dgm:cxn modelId="{1409B140-7DA6-4392-B4CC-FF7D3DB63D26}" type="presParOf" srcId="{F0A6C378-240E-46B3-A5C4-78DDF147B5E6}" destId="{E73C3D7F-6E03-4CC2-B724-6F05F614E182}" srcOrd="9" destOrd="0" presId="urn:microsoft.com/office/officeart/2005/8/layout/list1"/>
    <dgm:cxn modelId="{D01ED8E5-5EED-427D-B024-F8DE14DBC2A9}" type="presParOf" srcId="{F0A6C378-240E-46B3-A5C4-78DDF147B5E6}" destId="{E45B3EE8-5E1D-4BFD-92C4-D389BD79CF2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4BC472-8DB9-4891-B252-959584F95B4D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081B19-5CCF-4156-B801-119B3F13AFC9}">
      <dgm:prSet/>
      <dgm:spPr/>
      <dgm:t>
        <a:bodyPr/>
        <a:lstStyle/>
        <a:p>
          <a:r>
            <a:rPr lang="en-US"/>
            <a:t>🔴 SEGMENT 1: New Customers (First Year)</a:t>
          </a:r>
        </a:p>
      </dgm:t>
    </dgm:pt>
    <dgm:pt modelId="{B4BC41D5-E5B3-4998-A4BE-04F7852D1F29}" type="parTrans" cxnId="{7703D40C-8CDB-4A21-9788-90F80B936837}">
      <dgm:prSet/>
      <dgm:spPr/>
      <dgm:t>
        <a:bodyPr/>
        <a:lstStyle/>
        <a:p>
          <a:endParaRPr lang="en-US"/>
        </a:p>
      </dgm:t>
    </dgm:pt>
    <dgm:pt modelId="{B9494859-2EE3-4FD0-99BF-D10101049015}" type="sibTrans" cxnId="{7703D40C-8CDB-4A21-9788-90F80B936837}">
      <dgm:prSet/>
      <dgm:spPr/>
      <dgm:t>
        <a:bodyPr/>
        <a:lstStyle/>
        <a:p>
          <a:endParaRPr lang="en-US"/>
        </a:p>
      </dgm:t>
    </dgm:pt>
    <dgm:pt modelId="{FB8F5527-CD87-4D5E-921A-C2C1317B3C8E}">
      <dgm:prSet/>
      <dgm:spPr/>
      <dgm:t>
        <a:bodyPr/>
        <a:lstStyle/>
        <a:p>
          <a:r>
            <a:rPr lang="en-US"/>
            <a:t>• Churn Rate: 47% </a:t>
          </a:r>
        </a:p>
      </dgm:t>
    </dgm:pt>
    <dgm:pt modelId="{6F0E7710-215E-4411-8F37-F876731DB493}" type="parTrans" cxnId="{B3F07F13-97A4-45FB-8455-47C9FE3C2405}">
      <dgm:prSet/>
      <dgm:spPr/>
      <dgm:t>
        <a:bodyPr/>
        <a:lstStyle/>
        <a:p>
          <a:endParaRPr lang="en-US"/>
        </a:p>
      </dgm:t>
    </dgm:pt>
    <dgm:pt modelId="{FEE97677-B1AE-46E2-87B4-AAE9067EAA7A}" type="sibTrans" cxnId="{B3F07F13-97A4-45FB-8455-47C9FE3C2405}">
      <dgm:prSet/>
      <dgm:spPr/>
      <dgm:t>
        <a:bodyPr/>
        <a:lstStyle/>
        <a:p>
          <a:endParaRPr lang="en-US"/>
        </a:p>
      </dgm:t>
    </dgm:pt>
    <dgm:pt modelId="{F8300339-FE5D-40BA-890A-F29AF9756602}">
      <dgm:prSet/>
      <dgm:spPr/>
      <dgm:t>
        <a:bodyPr/>
        <a:lstStyle/>
        <a:p>
          <a:r>
            <a:rPr lang="en-US"/>
            <a:t>• Why: Haven't built loyalty yet </a:t>
          </a:r>
        </a:p>
      </dgm:t>
    </dgm:pt>
    <dgm:pt modelId="{052E1DEE-24A0-42DB-86B7-90C3E75A671C}" type="parTrans" cxnId="{95BE55D3-F0A1-43EE-8476-F698DE37ECA4}">
      <dgm:prSet/>
      <dgm:spPr/>
      <dgm:t>
        <a:bodyPr/>
        <a:lstStyle/>
        <a:p>
          <a:endParaRPr lang="en-US"/>
        </a:p>
      </dgm:t>
    </dgm:pt>
    <dgm:pt modelId="{4EEF3A44-7C5F-4B50-BA88-766ACE8C3FCB}" type="sibTrans" cxnId="{95BE55D3-F0A1-43EE-8476-F698DE37ECA4}">
      <dgm:prSet/>
      <dgm:spPr/>
      <dgm:t>
        <a:bodyPr/>
        <a:lstStyle/>
        <a:p>
          <a:endParaRPr lang="en-US"/>
        </a:p>
      </dgm:t>
    </dgm:pt>
    <dgm:pt modelId="{5449F850-AAE8-4D03-92A0-FD02444E5B7A}">
      <dgm:prSet/>
      <dgm:spPr/>
      <dgm:t>
        <a:bodyPr/>
        <a:lstStyle/>
        <a:p>
          <a:r>
            <a:rPr lang="en-US"/>
            <a:t>• Recommended Action: Onboarding program </a:t>
          </a:r>
        </a:p>
      </dgm:t>
    </dgm:pt>
    <dgm:pt modelId="{5210B306-5634-486E-BC14-26352F3BD75C}" type="parTrans" cxnId="{D30DDF89-064E-4B69-B088-1DC8CA06D047}">
      <dgm:prSet/>
      <dgm:spPr/>
      <dgm:t>
        <a:bodyPr/>
        <a:lstStyle/>
        <a:p>
          <a:endParaRPr lang="en-US"/>
        </a:p>
      </dgm:t>
    </dgm:pt>
    <dgm:pt modelId="{CB718C16-284D-4E66-88BE-79D235C4D940}" type="sibTrans" cxnId="{D30DDF89-064E-4B69-B088-1DC8CA06D047}">
      <dgm:prSet/>
      <dgm:spPr/>
      <dgm:t>
        <a:bodyPr/>
        <a:lstStyle/>
        <a:p>
          <a:endParaRPr lang="en-US"/>
        </a:p>
      </dgm:t>
    </dgm:pt>
    <dgm:pt modelId="{A35D94A2-EE6A-4294-8564-5A51A499FCF5}">
      <dgm:prSet/>
      <dgm:spPr/>
      <dgm:t>
        <a:bodyPr/>
        <a:lstStyle/>
        <a:p>
          <a:r>
            <a:rPr lang="en-US"/>
            <a:t>🔴 SEGMENT 2: Month-to-Month Contracts</a:t>
          </a:r>
        </a:p>
      </dgm:t>
    </dgm:pt>
    <dgm:pt modelId="{200BD4EE-BD09-4029-AE6F-4BC447663710}" type="parTrans" cxnId="{0D06DE9C-371F-45C9-91B5-E94306CEF510}">
      <dgm:prSet/>
      <dgm:spPr/>
      <dgm:t>
        <a:bodyPr/>
        <a:lstStyle/>
        <a:p>
          <a:endParaRPr lang="en-US"/>
        </a:p>
      </dgm:t>
    </dgm:pt>
    <dgm:pt modelId="{34576285-078A-45CD-90EA-6B19C295B99F}" type="sibTrans" cxnId="{0D06DE9C-371F-45C9-91B5-E94306CEF510}">
      <dgm:prSet/>
      <dgm:spPr/>
      <dgm:t>
        <a:bodyPr/>
        <a:lstStyle/>
        <a:p>
          <a:endParaRPr lang="en-US"/>
        </a:p>
      </dgm:t>
    </dgm:pt>
    <dgm:pt modelId="{5AF4FF17-00A6-4B19-BD7C-E042AE59D499}">
      <dgm:prSet/>
      <dgm:spPr/>
      <dgm:t>
        <a:bodyPr/>
        <a:lstStyle/>
        <a:p>
          <a:r>
            <a:rPr lang="en-US"/>
            <a:t>• Churn Rate: 43%</a:t>
          </a:r>
        </a:p>
      </dgm:t>
    </dgm:pt>
    <dgm:pt modelId="{DD4C6D8A-BB52-4EF4-87B1-39DB129DB612}" type="parTrans" cxnId="{B0A25935-B690-44B7-BA09-971486C8592B}">
      <dgm:prSet/>
      <dgm:spPr/>
      <dgm:t>
        <a:bodyPr/>
        <a:lstStyle/>
        <a:p>
          <a:endParaRPr lang="en-US"/>
        </a:p>
      </dgm:t>
    </dgm:pt>
    <dgm:pt modelId="{734B1D55-6DAE-4CE1-BB64-F82D1E790C91}" type="sibTrans" cxnId="{B0A25935-B690-44B7-BA09-971486C8592B}">
      <dgm:prSet/>
      <dgm:spPr/>
      <dgm:t>
        <a:bodyPr/>
        <a:lstStyle/>
        <a:p>
          <a:endParaRPr lang="en-US"/>
        </a:p>
      </dgm:t>
    </dgm:pt>
    <dgm:pt modelId="{7E0910F7-6388-40CB-962E-99D94E6F26A4}">
      <dgm:prSet/>
      <dgm:spPr/>
      <dgm:t>
        <a:bodyPr/>
        <a:lstStyle/>
        <a:p>
          <a:r>
            <a:rPr lang="en-US"/>
            <a:t>• Why: No commitment, easy to leave </a:t>
          </a:r>
        </a:p>
      </dgm:t>
    </dgm:pt>
    <dgm:pt modelId="{36EE727C-C9FC-4530-8A8C-D5B5EA06A7EE}" type="parTrans" cxnId="{B185C82D-D989-4586-A072-C7FE64058A34}">
      <dgm:prSet/>
      <dgm:spPr/>
      <dgm:t>
        <a:bodyPr/>
        <a:lstStyle/>
        <a:p>
          <a:endParaRPr lang="en-US"/>
        </a:p>
      </dgm:t>
    </dgm:pt>
    <dgm:pt modelId="{FB9090E6-2738-461E-AB5E-8BB0ACEE658B}" type="sibTrans" cxnId="{B185C82D-D989-4586-A072-C7FE64058A34}">
      <dgm:prSet/>
      <dgm:spPr/>
      <dgm:t>
        <a:bodyPr/>
        <a:lstStyle/>
        <a:p>
          <a:endParaRPr lang="en-US"/>
        </a:p>
      </dgm:t>
    </dgm:pt>
    <dgm:pt modelId="{F8484406-6B80-4DBF-AACC-221C2944BCEC}">
      <dgm:prSet/>
      <dgm:spPr/>
      <dgm:t>
        <a:bodyPr/>
        <a:lstStyle/>
        <a:p>
          <a:r>
            <a:rPr lang="en-US"/>
            <a:t>• Recommended Action: Push annual contracts </a:t>
          </a:r>
        </a:p>
      </dgm:t>
    </dgm:pt>
    <dgm:pt modelId="{7126CD45-93B7-4500-B881-0FE931A3AC3C}" type="parTrans" cxnId="{017113FD-AE10-4D0E-82E4-17E26F466B2E}">
      <dgm:prSet/>
      <dgm:spPr/>
      <dgm:t>
        <a:bodyPr/>
        <a:lstStyle/>
        <a:p>
          <a:endParaRPr lang="en-US"/>
        </a:p>
      </dgm:t>
    </dgm:pt>
    <dgm:pt modelId="{AA7B37F6-4999-4670-9480-34144B7FFCFB}" type="sibTrans" cxnId="{017113FD-AE10-4D0E-82E4-17E26F466B2E}">
      <dgm:prSet/>
      <dgm:spPr/>
      <dgm:t>
        <a:bodyPr/>
        <a:lstStyle/>
        <a:p>
          <a:endParaRPr lang="en-US"/>
        </a:p>
      </dgm:t>
    </dgm:pt>
    <dgm:pt modelId="{7CE66D7A-CCDF-4EC7-B93C-D5E3B07496C9}">
      <dgm:prSet/>
      <dgm:spPr/>
      <dgm:t>
        <a:bodyPr/>
        <a:lstStyle/>
        <a:p>
          <a:r>
            <a:rPr lang="en-US"/>
            <a:t>🔴 SEGMENT 3: Fiber Optic Users </a:t>
          </a:r>
        </a:p>
      </dgm:t>
    </dgm:pt>
    <dgm:pt modelId="{0B87AAC5-3ACA-4974-9C2C-518D308C8BB1}" type="parTrans" cxnId="{9DB80546-839C-4973-860A-C36EB42E84BF}">
      <dgm:prSet/>
      <dgm:spPr/>
      <dgm:t>
        <a:bodyPr/>
        <a:lstStyle/>
        <a:p>
          <a:endParaRPr lang="en-US"/>
        </a:p>
      </dgm:t>
    </dgm:pt>
    <dgm:pt modelId="{8381FB54-549B-4F18-BDF3-486B7FDEA610}" type="sibTrans" cxnId="{9DB80546-839C-4973-860A-C36EB42E84BF}">
      <dgm:prSet/>
      <dgm:spPr/>
      <dgm:t>
        <a:bodyPr/>
        <a:lstStyle/>
        <a:p>
          <a:endParaRPr lang="en-US"/>
        </a:p>
      </dgm:t>
    </dgm:pt>
    <dgm:pt modelId="{B0207B98-A9EF-483F-9327-0391FFAE1A67}">
      <dgm:prSet/>
      <dgm:spPr/>
      <dgm:t>
        <a:bodyPr/>
        <a:lstStyle/>
        <a:p>
          <a:r>
            <a:rPr lang="en-US"/>
            <a:t>• Churn Rate: 42% </a:t>
          </a:r>
        </a:p>
      </dgm:t>
    </dgm:pt>
    <dgm:pt modelId="{E21856FA-E8D4-4C0F-B3F1-9C6D4A0ECEE5}" type="parTrans" cxnId="{DF67AB43-E80F-431C-972C-A75942D7B97A}">
      <dgm:prSet/>
      <dgm:spPr/>
      <dgm:t>
        <a:bodyPr/>
        <a:lstStyle/>
        <a:p>
          <a:endParaRPr lang="en-US"/>
        </a:p>
      </dgm:t>
    </dgm:pt>
    <dgm:pt modelId="{10DA25CF-6573-41D8-BE6D-C1F8B089525F}" type="sibTrans" cxnId="{DF67AB43-E80F-431C-972C-A75942D7B97A}">
      <dgm:prSet/>
      <dgm:spPr/>
      <dgm:t>
        <a:bodyPr/>
        <a:lstStyle/>
        <a:p>
          <a:endParaRPr lang="en-US"/>
        </a:p>
      </dgm:t>
    </dgm:pt>
    <dgm:pt modelId="{26BC5627-9DF8-43AC-AFD8-D33424F0AD04}">
      <dgm:prSet/>
      <dgm:spPr/>
      <dgm:t>
        <a:bodyPr/>
        <a:lstStyle/>
        <a:p>
          <a:r>
            <a:rPr lang="en-US"/>
            <a:t>• Why: Possible service quality issues </a:t>
          </a:r>
        </a:p>
      </dgm:t>
    </dgm:pt>
    <dgm:pt modelId="{75882E49-62C3-454C-ACA4-B0C12ED6168E}" type="parTrans" cxnId="{78CF3969-4B82-4A72-A3FC-6FB59A09DEF0}">
      <dgm:prSet/>
      <dgm:spPr/>
      <dgm:t>
        <a:bodyPr/>
        <a:lstStyle/>
        <a:p>
          <a:endParaRPr lang="en-US"/>
        </a:p>
      </dgm:t>
    </dgm:pt>
    <dgm:pt modelId="{D3B1BFD5-0DFF-4FED-8B89-6C3F5B6FAC52}" type="sibTrans" cxnId="{78CF3969-4B82-4A72-A3FC-6FB59A09DEF0}">
      <dgm:prSet/>
      <dgm:spPr/>
      <dgm:t>
        <a:bodyPr/>
        <a:lstStyle/>
        <a:p>
          <a:endParaRPr lang="en-US"/>
        </a:p>
      </dgm:t>
    </dgm:pt>
    <dgm:pt modelId="{66D0502B-C616-461E-9E5A-B4479DE2D66F}">
      <dgm:prSet/>
      <dgm:spPr/>
      <dgm:t>
        <a:bodyPr/>
        <a:lstStyle/>
        <a:p>
          <a:r>
            <a:rPr lang="en-US"/>
            <a:t>• Recommended Action: Immediate investigation</a:t>
          </a:r>
        </a:p>
      </dgm:t>
    </dgm:pt>
    <dgm:pt modelId="{D74AD053-3A29-4091-A4EC-95BD60B4CC9A}" type="parTrans" cxnId="{F769EB2A-8773-41EC-A438-6DF4F7CD06D0}">
      <dgm:prSet/>
      <dgm:spPr/>
      <dgm:t>
        <a:bodyPr/>
        <a:lstStyle/>
        <a:p>
          <a:endParaRPr lang="en-US"/>
        </a:p>
      </dgm:t>
    </dgm:pt>
    <dgm:pt modelId="{B0E71B67-CA06-4D1A-BB5D-3532DC46E219}" type="sibTrans" cxnId="{F769EB2A-8773-41EC-A438-6DF4F7CD06D0}">
      <dgm:prSet/>
      <dgm:spPr/>
      <dgm:t>
        <a:bodyPr/>
        <a:lstStyle/>
        <a:p>
          <a:endParaRPr lang="en-US"/>
        </a:p>
      </dgm:t>
    </dgm:pt>
    <dgm:pt modelId="{8E2A8FED-1E77-4D19-A75C-CAC4C99FFCB2}" type="pres">
      <dgm:prSet presAssocID="{C84BC472-8DB9-4891-B252-959584F95B4D}" presName="Name0" presStyleCnt="0">
        <dgm:presLayoutVars>
          <dgm:dir/>
          <dgm:resizeHandles val="exact"/>
        </dgm:presLayoutVars>
      </dgm:prSet>
      <dgm:spPr/>
    </dgm:pt>
    <dgm:pt modelId="{6A47E71B-9C6A-4C93-83A7-117F192604B8}" type="pres">
      <dgm:prSet presAssocID="{51081B19-5CCF-4156-B801-119B3F13AFC9}" presName="node" presStyleLbl="node1" presStyleIdx="0" presStyleCnt="12">
        <dgm:presLayoutVars>
          <dgm:bulletEnabled val="1"/>
        </dgm:presLayoutVars>
      </dgm:prSet>
      <dgm:spPr/>
    </dgm:pt>
    <dgm:pt modelId="{A3E4A5BC-BE42-4A4E-A12E-A9F74F4C561C}" type="pres">
      <dgm:prSet presAssocID="{B9494859-2EE3-4FD0-99BF-D10101049015}" presName="sibTrans" presStyleLbl="sibTrans1D1" presStyleIdx="0" presStyleCnt="11"/>
      <dgm:spPr/>
    </dgm:pt>
    <dgm:pt modelId="{10B23440-ADC4-4F3F-BA34-01EE5477CC67}" type="pres">
      <dgm:prSet presAssocID="{B9494859-2EE3-4FD0-99BF-D10101049015}" presName="connectorText" presStyleLbl="sibTrans1D1" presStyleIdx="0" presStyleCnt="11"/>
      <dgm:spPr/>
    </dgm:pt>
    <dgm:pt modelId="{44F23B5B-4586-4BEA-BF4B-A9C50F9641A0}" type="pres">
      <dgm:prSet presAssocID="{FB8F5527-CD87-4D5E-921A-C2C1317B3C8E}" presName="node" presStyleLbl="node1" presStyleIdx="1" presStyleCnt="12">
        <dgm:presLayoutVars>
          <dgm:bulletEnabled val="1"/>
        </dgm:presLayoutVars>
      </dgm:prSet>
      <dgm:spPr/>
    </dgm:pt>
    <dgm:pt modelId="{57C0B15D-18E2-4540-ABAB-7BACA71CBBCB}" type="pres">
      <dgm:prSet presAssocID="{FEE97677-B1AE-46E2-87B4-AAE9067EAA7A}" presName="sibTrans" presStyleLbl="sibTrans1D1" presStyleIdx="1" presStyleCnt="11"/>
      <dgm:spPr/>
    </dgm:pt>
    <dgm:pt modelId="{0ABBDFA5-AD8A-4526-A71A-E9D177687738}" type="pres">
      <dgm:prSet presAssocID="{FEE97677-B1AE-46E2-87B4-AAE9067EAA7A}" presName="connectorText" presStyleLbl="sibTrans1D1" presStyleIdx="1" presStyleCnt="11"/>
      <dgm:spPr/>
    </dgm:pt>
    <dgm:pt modelId="{A8643E12-1C27-402A-9F71-30264ACFBCF6}" type="pres">
      <dgm:prSet presAssocID="{F8300339-FE5D-40BA-890A-F29AF9756602}" presName="node" presStyleLbl="node1" presStyleIdx="2" presStyleCnt="12">
        <dgm:presLayoutVars>
          <dgm:bulletEnabled val="1"/>
        </dgm:presLayoutVars>
      </dgm:prSet>
      <dgm:spPr/>
    </dgm:pt>
    <dgm:pt modelId="{89940728-CC3E-423C-ABB3-73C239B1AB8E}" type="pres">
      <dgm:prSet presAssocID="{4EEF3A44-7C5F-4B50-BA88-766ACE8C3FCB}" presName="sibTrans" presStyleLbl="sibTrans1D1" presStyleIdx="2" presStyleCnt="11"/>
      <dgm:spPr/>
    </dgm:pt>
    <dgm:pt modelId="{C49E9547-862D-46A7-BAF7-33111979710C}" type="pres">
      <dgm:prSet presAssocID="{4EEF3A44-7C5F-4B50-BA88-766ACE8C3FCB}" presName="connectorText" presStyleLbl="sibTrans1D1" presStyleIdx="2" presStyleCnt="11"/>
      <dgm:spPr/>
    </dgm:pt>
    <dgm:pt modelId="{E6A914CF-1513-4820-8F53-C6A5142EEE4E}" type="pres">
      <dgm:prSet presAssocID="{5449F850-AAE8-4D03-92A0-FD02444E5B7A}" presName="node" presStyleLbl="node1" presStyleIdx="3" presStyleCnt="12">
        <dgm:presLayoutVars>
          <dgm:bulletEnabled val="1"/>
        </dgm:presLayoutVars>
      </dgm:prSet>
      <dgm:spPr/>
    </dgm:pt>
    <dgm:pt modelId="{7437012B-2E9F-4A9C-AFE1-32714FB1F7B7}" type="pres">
      <dgm:prSet presAssocID="{CB718C16-284D-4E66-88BE-79D235C4D940}" presName="sibTrans" presStyleLbl="sibTrans1D1" presStyleIdx="3" presStyleCnt="11"/>
      <dgm:spPr/>
    </dgm:pt>
    <dgm:pt modelId="{D7ECEC19-AD99-45FE-8CA2-172075586766}" type="pres">
      <dgm:prSet presAssocID="{CB718C16-284D-4E66-88BE-79D235C4D940}" presName="connectorText" presStyleLbl="sibTrans1D1" presStyleIdx="3" presStyleCnt="11"/>
      <dgm:spPr/>
    </dgm:pt>
    <dgm:pt modelId="{123AE6D1-41AA-49A1-AD32-FF5C7364832B}" type="pres">
      <dgm:prSet presAssocID="{A35D94A2-EE6A-4294-8564-5A51A499FCF5}" presName="node" presStyleLbl="node1" presStyleIdx="4" presStyleCnt="12">
        <dgm:presLayoutVars>
          <dgm:bulletEnabled val="1"/>
        </dgm:presLayoutVars>
      </dgm:prSet>
      <dgm:spPr/>
    </dgm:pt>
    <dgm:pt modelId="{7D4830C4-16FA-485A-8DD4-4AE7E91512C8}" type="pres">
      <dgm:prSet presAssocID="{34576285-078A-45CD-90EA-6B19C295B99F}" presName="sibTrans" presStyleLbl="sibTrans1D1" presStyleIdx="4" presStyleCnt="11"/>
      <dgm:spPr/>
    </dgm:pt>
    <dgm:pt modelId="{C5F16F12-1762-4E73-80E1-9319FE2C6106}" type="pres">
      <dgm:prSet presAssocID="{34576285-078A-45CD-90EA-6B19C295B99F}" presName="connectorText" presStyleLbl="sibTrans1D1" presStyleIdx="4" presStyleCnt="11"/>
      <dgm:spPr/>
    </dgm:pt>
    <dgm:pt modelId="{88D22E5E-56B6-4F27-BF03-C5299870395F}" type="pres">
      <dgm:prSet presAssocID="{5AF4FF17-00A6-4B19-BD7C-E042AE59D499}" presName="node" presStyleLbl="node1" presStyleIdx="5" presStyleCnt="12">
        <dgm:presLayoutVars>
          <dgm:bulletEnabled val="1"/>
        </dgm:presLayoutVars>
      </dgm:prSet>
      <dgm:spPr/>
    </dgm:pt>
    <dgm:pt modelId="{1A37D353-53C8-4829-9623-9595E9DBDA0C}" type="pres">
      <dgm:prSet presAssocID="{734B1D55-6DAE-4CE1-BB64-F82D1E790C91}" presName="sibTrans" presStyleLbl="sibTrans1D1" presStyleIdx="5" presStyleCnt="11"/>
      <dgm:spPr/>
    </dgm:pt>
    <dgm:pt modelId="{BDD059C0-744D-4D2A-8392-2654988954F2}" type="pres">
      <dgm:prSet presAssocID="{734B1D55-6DAE-4CE1-BB64-F82D1E790C91}" presName="connectorText" presStyleLbl="sibTrans1D1" presStyleIdx="5" presStyleCnt="11"/>
      <dgm:spPr/>
    </dgm:pt>
    <dgm:pt modelId="{B48DF351-E2CF-4EDE-9631-D4B150DCA62E}" type="pres">
      <dgm:prSet presAssocID="{7E0910F7-6388-40CB-962E-99D94E6F26A4}" presName="node" presStyleLbl="node1" presStyleIdx="6" presStyleCnt="12">
        <dgm:presLayoutVars>
          <dgm:bulletEnabled val="1"/>
        </dgm:presLayoutVars>
      </dgm:prSet>
      <dgm:spPr/>
    </dgm:pt>
    <dgm:pt modelId="{54D4D532-7C7D-4463-A9A8-64EA6F9B5F81}" type="pres">
      <dgm:prSet presAssocID="{FB9090E6-2738-461E-AB5E-8BB0ACEE658B}" presName="sibTrans" presStyleLbl="sibTrans1D1" presStyleIdx="6" presStyleCnt="11"/>
      <dgm:spPr/>
    </dgm:pt>
    <dgm:pt modelId="{2459F1C7-633A-4510-B214-E7D2B8CFFBE3}" type="pres">
      <dgm:prSet presAssocID="{FB9090E6-2738-461E-AB5E-8BB0ACEE658B}" presName="connectorText" presStyleLbl="sibTrans1D1" presStyleIdx="6" presStyleCnt="11"/>
      <dgm:spPr/>
    </dgm:pt>
    <dgm:pt modelId="{93BE8F1F-B5BA-4497-A8AE-AD9AB7BBCA19}" type="pres">
      <dgm:prSet presAssocID="{F8484406-6B80-4DBF-AACC-221C2944BCEC}" presName="node" presStyleLbl="node1" presStyleIdx="7" presStyleCnt="12">
        <dgm:presLayoutVars>
          <dgm:bulletEnabled val="1"/>
        </dgm:presLayoutVars>
      </dgm:prSet>
      <dgm:spPr/>
    </dgm:pt>
    <dgm:pt modelId="{A42CBD42-5E4A-41AD-AE0F-BA9C363333DD}" type="pres">
      <dgm:prSet presAssocID="{AA7B37F6-4999-4670-9480-34144B7FFCFB}" presName="sibTrans" presStyleLbl="sibTrans1D1" presStyleIdx="7" presStyleCnt="11"/>
      <dgm:spPr/>
    </dgm:pt>
    <dgm:pt modelId="{94B857BE-137C-47F3-BEC6-1182B11DAB67}" type="pres">
      <dgm:prSet presAssocID="{AA7B37F6-4999-4670-9480-34144B7FFCFB}" presName="connectorText" presStyleLbl="sibTrans1D1" presStyleIdx="7" presStyleCnt="11"/>
      <dgm:spPr/>
    </dgm:pt>
    <dgm:pt modelId="{968E0C3F-3CDC-4623-865B-05115074F691}" type="pres">
      <dgm:prSet presAssocID="{7CE66D7A-CCDF-4EC7-B93C-D5E3B07496C9}" presName="node" presStyleLbl="node1" presStyleIdx="8" presStyleCnt="12">
        <dgm:presLayoutVars>
          <dgm:bulletEnabled val="1"/>
        </dgm:presLayoutVars>
      </dgm:prSet>
      <dgm:spPr/>
    </dgm:pt>
    <dgm:pt modelId="{F7277FEB-F03F-4B79-BE5C-0A6A336D6811}" type="pres">
      <dgm:prSet presAssocID="{8381FB54-549B-4F18-BDF3-486B7FDEA610}" presName="sibTrans" presStyleLbl="sibTrans1D1" presStyleIdx="8" presStyleCnt="11"/>
      <dgm:spPr/>
    </dgm:pt>
    <dgm:pt modelId="{56B2B3E6-417E-44D7-A899-07E9833FE9A3}" type="pres">
      <dgm:prSet presAssocID="{8381FB54-549B-4F18-BDF3-486B7FDEA610}" presName="connectorText" presStyleLbl="sibTrans1D1" presStyleIdx="8" presStyleCnt="11"/>
      <dgm:spPr/>
    </dgm:pt>
    <dgm:pt modelId="{634FCFA0-497A-46D2-BFC3-6702E051BF44}" type="pres">
      <dgm:prSet presAssocID="{B0207B98-A9EF-483F-9327-0391FFAE1A67}" presName="node" presStyleLbl="node1" presStyleIdx="9" presStyleCnt="12">
        <dgm:presLayoutVars>
          <dgm:bulletEnabled val="1"/>
        </dgm:presLayoutVars>
      </dgm:prSet>
      <dgm:spPr/>
    </dgm:pt>
    <dgm:pt modelId="{8D7A910D-F2C5-42C8-98D2-4EA73B121B65}" type="pres">
      <dgm:prSet presAssocID="{10DA25CF-6573-41D8-BE6D-C1F8B089525F}" presName="sibTrans" presStyleLbl="sibTrans1D1" presStyleIdx="9" presStyleCnt="11"/>
      <dgm:spPr/>
    </dgm:pt>
    <dgm:pt modelId="{BADAFCA6-D161-4BF4-9965-1E52F79F4A97}" type="pres">
      <dgm:prSet presAssocID="{10DA25CF-6573-41D8-BE6D-C1F8B089525F}" presName="connectorText" presStyleLbl="sibTrans1D1" presStyleIdx="9" presStyleCnt="11"/>
      <dgm:spPr/>
    </dgm:pt>
    <dgm:pt modelId="{A4079EA3-C674-4448-9EEB-2217A2272C24}" type="pres">
      <dgm:prSet presAssocID="{26BC5627-9DF8-43AC-AFD8-D33424F0AD04}" presName="node" presStyleLbl="node1" presStyleIdx="10" presStyleCnt="12">
        <dgm:presLayoutVars>
          <dgm:bulletEnabled val="1"/>
        </dgm:presLayoutVars>
      </dgm:prSet>
      <dgm:spPr/>
    </dgm:pt>
    <dgm:pt modelId="{188EF307-F772-4155-BC0B-C48227047EFB}" type="pres">
      <dgm:prSet presAssocID="{D3B1BFD5-0DFF-4FED-8B89-6C3F5B6FAC52}" presName="sibTrans" presStyleLbl="sibTrans1D1" presStyleIdx="10" presStyleCnt="11"/>
      <dgm:spPr/>
    </dgm:pt>
    <dgm:pt modelId="{7D93F937-2BEF-4784-9A2F-8ECF5CD84AFF}" type="pres">
      <dgm:prSet presAssocID="{D3B1BFD5-0DFF-4FED-8B89-6C3F5B6FAC52}" presName="connectorText" presStyleLbl="sibTrans1D1" presStyleIdx="10" presStyleCnt="11"/>
      <dgm:spPr/>
    </dgm:pt>
    <dgm:pt modelId="{BDA6EEFA-A474-494E-B411-6E1287D3C2BA}" type="pres">
      <dgm:prSet presAssocID="{66D0502B-C616-461E-9E5A-B4479DE2D66F}" presName="node" presStyleLbl="node1" presStyleIdx="11" presStyleCnt="12">
        <dgm:presLayoutVars>
          <dgm:bulletEnabled val="1"/>
        </dgm:presLayoutVars>
      </dgm:prSet>
      <dgm:spPr/>
    </dgm:pt>
  </dgm:ptLst>
  <dgm:cxnLst>
    <dgm:cxn modelId="{FDFADC01-2814-485B-9AED-2AB62C05AB74}" type="presOf" srcId="{7CE66D7A-CCDF-4EC7-B93C-D5E3B07496C9}" destId="{968E0C3F-3CDC-4623-865B-05115074F691}" srcOrd="0" destOrd="0" presId="urn:microsoft.com/office/officeart/2016/7/layout/RepeatingBendingProcessNew"/>
    <dgm:cxn modelId="{6A74D40A-0049-42E5-B8E7-61A445B1C80B}" type="presOf" srcId="{B0207B98-A9EF-483F-9327-0391FFAE1A67}" destId="{634FCFA0-497A-46D2-BFC3-6702E051BF44}" srcOrd="0" destOrd="0" presId="urn:microsoft.com/office/officeart/2016/7/layout/RepeatingBendingProcessNew"/>
    <dgm:cxn modelId="{55A8A30B-36EF-42E1-82A0-67A5D819144C}" type="presOf" srcId="{5449F850-AAE8-4D03-92A0-FD02444E5B7A}" destId="{E6A914CF-1513-4820-8F53-C6A5142EEE4E}" srcOrd="0" destOrd="0" presId="urn:microsoft.com/office/officeart/2016/7/layout/RepeatingBendingProcessNew"/>
    <dgm:cxn modelId="{7703D40C-8CDB-4A21-9788-90F80B936837}" srcId="{C84BC472-8DB9-4891-B252-959584F95B4D}" destId="{51081B19-5CCF-4156-B801-119B3F13AFC9}" srcOrd="0" destOrd="0" parTransId="{B4BC41D5-E5B3-4998-A4BE-04F7852D1F29}" sibTransId="{B9494859-2EE3-4FD0-99BF-D10101049015}"/>
    <dgm:cxn modelId="{9D54CC0F-F5D2-4B73-A197-6774975C57A8}" type="presOf" srcId="{FEE97677-B1AE-46E2-87B4-AAE9067EAA7A}" destId="{0ABBDFA5-AD8A-4526-A71A-E9D177687738}" srcOrd="1" destOrd="0" presId="urn:microsoft.com/office/officeart/2016/7/layout/RepeatingBendingProcessNew"/>
    <dgm:cxn modelId="{72DE2611-11CF-43ED-B0F1-CB92B6EEEB43}" type="presOf" srcId="{8381FB54-549B-4F18-BDF3-486B7FDEA610}" destId="{F7277FEB-F03F-4B79-BE5C-0A6A336D6811}" srcOrd="0" destOrd="0" presId="urn:microsoft.com/office/officeart/2016/7/layout/RepeatingBendingProcessNew"/>
    <dgm:cxn modelId="{B3F07F13-97A4-45FB-8455-47C9FE3C2405}" srcId="{C84BC472-8DB9-4891-B252-959584F95B4D}" destId="{FB8F5527-CD87-4D5E-921A-C2C1317B3C8E}" srcOrd="1" destOrd="0" parTransId="{6F0E7710-215E-4411-8F37-F876731DB493}" sibTransId="{FEE97677-B1AE-46E2-87B4-AAE9067EAA7A}"/>
    <dgm:cxn modelId="{0427F516-FD38-47C0-8263-FB56BA500506}" type="presOf" srcId="{5AF4FF17-00A6-4B19-BD7C-E042AE59D499}" destId="{88D22E5E-56B6-4F27-BF03-C5299870395F}" srcOrd="0" destOrd="0" presId="urn:microsoft.com/office/officeart/2016/7/layout/RepeatingBendingProcessNew"/>
    <dgm:cxn modelId="{D0F8B618-A26A-4167-B851-A8F55EEA71EA}" type="presOf" srcId="{51081B19-5CCF-4156-B801-119B3F13AFC9}" destId="{6A47E71B-9C6A-4C93-83A7-117F192604B8}" srcOrd="0" destOrd="0" presId="urn:microsoft.com/office/officeart/2016/7/layout/RepeatingBendingProcessNew"/>
    <dgm:cxn modelId="{D6617B1A-1614-4D8C-8486-E93B90CF2353}" type="presOf" srcId="{10DA25CF-6573-41D8-BE6D-C1F8B089525F}" destId="{BADAFCA6-D161-4BF4-9965-1E52F79F4A97}" srcOrd="1" destOrd="0" presId="urn:microsoft.com/office/officeart/2016/7/layout/RepeatingBendingProcessNew"/>
    <dgm:cxn modelId="{E4198722-1EB9-4257-8E18-D5389EE662FE}" type="presOf" srcId="{B9494859-2EE3-4FD0-99BF-D10101049015}" destId="{10B23440-ADC4-4F3F-BA34-01EE5477CC67}" srcOrd="1" destOrd="0" presId="urn:microsoft.com/office/officeart/2016/7/layout/RepeatingBendingProcessNew"/>
    <dgm:cxn modelId="{F769EB2A-8773-41EC-A438-6DF4F7CD06D0}" srcId="{C84BC472-8DB9-4891-B252-959584F95B4D}" destId="{66D0502B-C616-461E-9E5A-B4479DE2D66F}" srcOrd="11" destOrd="0" parTransId="{D74AD053-3A29-4091-A4EC-95BD60B4CC9A}" sibTransId="{B0E71B67-CA06-4D1A-BB5D-3532DC46E219}"/>
    <dgm:cxn modelId="{31F4082C-3C84-4A9A-A9F5-3026D9220DC6}" type="presOf" srcId="{CB718C16-284D-4E66-88BE-79D235C4D940}" destId="{7437012B-2E9F-4A9C-AFE1-32714FB1F7B7}" srcOrd="0" destOrd="0" presId="urn:microsoft.com/office/officeart/2016/7/layout/RepeatingBendingProcessNew"/>
    <dgm:cxn modelId="{B185C82D-D989-4586-A072-C7FE64058A34}" srcId="{C84BC472-8DB9-4891-B252-959584F95B4D}" destId="{7E0910F7-6388-40CB-962E-99D94E6F26A4}" srcOrd="6" destOrd="0" parTransId="{36EE727C-C9FC-4530-8A8C-D5B5EA06A7EE}" sibTransId="{FB9090E6-2738-461E-AB5E-8BB0ACEE658B}"/>
    <dgm:cxn modelId="{C488012E-599C-422A-89C3-34F28D287971}" type="presOf" srcId="{34576285-078A-45CD-90EA-6B19C295B99F}" destId="{7D4830C4-16FA-485A-8DD4-4AE7E91512C8}" srcOrd="0" destOrd="0" presId="urn:microsoft.com/office/officeart/2016/7/layout/RepeatingBendingProcessNew"/>
    <dgm:cxn modelId="{DA23C033-92FD-4ECC-B937-9BF76B6E35A6}" type="presOf" srcId="{C84BC472-8DB9-4891-B252-959584F95B4D}" destId="{8E2A8FED-1E77-4D19-A75C-CAC4C99FFCB2}" srcOrd="0" destOrd="0" presId="urn:microsoft.com/office/officeart/2016/7/layout/RepeatingBendingProcessNew"/>
    <dgm:cxn modelId="{B0A25935-B690-44B7-BA09-971486C8592B}" srcId="{C84BC472-8DB9-4891-B252-959584F95B4D}" destId="{5AF4FF17-00A6-4B19-BD7C-E042AE59D499}" srcOrd="5" destOrd="0" parTransId="{DD4C6D8A-BB52-4EF4-87B1-39DB129DB612}" sibTransId="{734B1D55-6DAE-4CE1-BB64-F82D1E790C91}"/>
    <dgm:cxn modelId="{DABBBB3D-8EAC-48DD-A478-C2A242F5354B}" type="presOf" srcId="{F8484406-6B80-4DBF-AACC-221C2944BCEC}" destId="{93BE8F1F-B5BA-4497-A8AE-AD9AB7BBCA19}" srcOrd="0" destOrd="0" presId="urn:microsoft.com/office/officeart/2016/7/layout/RepeatingBendingProcessNew"/>
    <dgm:cxn modelId="{3CCA8B40-CA75-4014-8A2A-B28EF7216782}" type="presOf" srcId="{FB9090E6-2738-461E-AB5E-8BB0ACEE658B}" destId="{2459F1C7-633A-4510-B214-E7D2B8CFFBE3}" srcOrd="1" destOrd="0" presId="urn:microsoft.com/office/officeart/2016/7/layout/RepeatingBendingProcessNew"/>
    <dgm:cxn modelId="{25E7EE5F-ECC5-40BD-B46B-F24568D3F302}" type="presOf" srcId="{34576285-078A-45CD-90EA-6B19C295B99F}" destId="{C5F16F12-1762-4E73-80E1-9319FE2C6106}" srcOrd="1" destOrd="0" presId="urn:microsoft.com/office/officeart/2016/7/layout/RepeatingBendingProcessNew"/>
    <dgm:cxn modelId="{DF67AB43-E80F-431C-972C-A75942D7B97A}" srcId="{C84BC472-8DB9-4891-B252-959584F95B4D}" destId="{B0207B98-A9EF-483F-9327-0391FFAE1A67}" srcOrd="9" destOrd="0" parTransId="{E21856FA-E8D4-4C0F-B3F1-9C6D4A0ECEE5}" sibTransId="{10DA25CF-6573-41D8-BE6D-C1F8B089525F}"/>
    <dgm:cxn modelId="{3D14F444-5360-4CF4-9B94-2DF83895AA5E}" type="presOf" srcId="{734B1D55-6DAE-4CE1-BB64-F82D1E790C91}" destId="{BDD059C0-744D-4D2A-8392-2654988954F2}" srcOrd="1" destOrd="0" presId="urn:microsoft.com/office/officeart/2016/7/layout/RepeatingBendingProcessNew"/>
    <dgm:cxn modelId="{9DB80546-839C-4973-860A-C36EB42E84BF}" srcId="{C84BC472-8DB9-4891-B252-959584F95B4D}" destId="{7CE66D7A-CCDF-4EC7-B93C-D5E3B07496C9}" srcOrd="8" destOrd="0" parTransId="{0B87AAC5-3ACA-4974-9C2C-518D308C8BB1}" sibTransId="{8381FB54-549B-4F18-BDF3-486B7FDEA610}"/>
    <dgm:cxn modelId="{9D5E6368-C0B2-4D11-B82D-AC83AB996B2D}" type="presOf" srcId="{4EEF3A44-7C5F-4B50-BA88-766ACE8C3FCB}" destId="{89940728-CC3E-423C-ABB3-73C239B1AB8E}" srcOrd="0" destOrd="0" presId="urn:microsoft.com/office/officeart/2016/7/layout/RepeatingBendingProcessNew"/>
    <dgm:cxn modelId="{78CF3969-4B82-4A72-A3FC-6FB59A09DEF0}" srcId="{C84BC472-8DB9-4891-B252-959584F95B4D}" destId="{26BC5627-9DF8-43AC-AFD8-D33424F0AD04}" srcOrd="10" destOrd="0" parTransId="{75882E49-62C3-454C-ACA4-B0C12ED6168E}" sibTransId="{D3B1BFD5-0DFF-4FED-8B89-6C3F5B6FAC52}"/>
    <dgm:cxn modelId="{DA1E3D69-E8B5-4647-BD06-111234943B57}" type="presOf" srcId="{B9494859-2EE3-4FD0-99BF-D10101049015}" destId="{A3E4A5BC-BE42-4A4E-A12E-A9F74F4C561C}" srcOrd="0" destOrd="0" presId="urn:microsoft.com/office/officeart/2016/7/layout/RepeatingBendingProcessNew"/>
    <dgm:cxn modelId="{F3043C83-82E1-4188-9788-F2CDDE819BDA}" type="presOf" srcId="{FB8F5527-CD87-4D5E-921A-C2C1317B3C8E}" destId="{44F23B5B-4586-4BEA-BF4B-A9C50F9641A0}" srcOrd="0" destOrd="0" presId="urn:microsoft.com/office/officeart/2016/7/layout/RepeatingBendingProcessNew"/>
    <dgm:cxn modelId="{D30DDF89-064E-4B69-B088-1DC8CA06D047}" srcId="{C84BC472-8DB9-4891-B252-959584F95B4D}" destId="{5449F850-AAE8-4D03-92A0-FD02444E5B7A}" srcOrd="3" destOrd="0" parTransId="{5210B306-5634-486E-BC14-26352F3BD75C}" sibTransId="{CB718C16-284D-4E66-88BE-79D235C4D940}"/>
    <dgm:cxn modelId="{5EFF248F-8C5B-455B-9C28-91E3C151B76C}" type="presOf" srcId="{D3B1BFD5-0DFF-4FED-8B89-6C3F5B6FAC52}" destId="{7D93F937-2BEF-4784-9A2F-8ECF5CD84AFF}" srcOrd="1" destOrd="0" presId="urn:microsoft.com/office/officeart/2016/7/layout/RepeatingBendingProcessNew"/>
    <dgm:cxn modelId="{406C328F-20FB-4CB2-9773-FFDFF46149E6}" type="presOf" srcId="{CB718C16-284D-4E66-88BE-79D235C4D940}" destId="{D7ECEC19-AD99-45FE-8CA2-172075586766}" srcOrd="1" destOrd="0" presId="urn:microsoft.com/office/officeart/2016/7/layout/RepeatingBendingProcessNew"/>
    <dgm:cxn modelId="{0D06DE9C-371F-45C9-91B5-E94306CEF510}" srcId="{C84BC472-8DB9-4891-B252-959584F95B4D}" destId="{A35D94A2-EE6A-4294-8564-5A51A499FCF5}" srcOrd="4" destOrd="0" parTransId="{200BD4EE-BD09-4029-AE6F-4BC447663710}" sibTransId="{34576285-078A-45CD-90EA-6B19C295B99F}"/>
    <dgm:cxn modelId="{FC6DFBA8-6024-4B43-8A9F-01B4576A463D}" type="presOf" srcId="{A35D94A2-EE6A-4294-8564-5A51A499FCF5}" destId="{123AE6D1-41AA-49A1-AD32-FF5C7364832B}" srcOrd="0" destOrd="0" presId="urn:microsoft.com/office/officeart/2016/7/layout/RepeatingBendingProcessNew"/>
    <dgm:cxn modelId="{69489FA9-C04E-4213-8FFD-D24C21E25DAB}" type="presOf" srcId="{AA7B37F6-4999-4670-9480-34144B7FFCFB}" destId="{A42CBD42-5E4A-41AD-AE0F-BA9C363333DD}" srcOrd="0" destOrd="0" presId="urn:microsoft.com/office/officeart/2016/7/layout/RepeatingBendingProcessNew"/>
    <dgm:cxn modelId="{FA1A87B3-C5CC-4922-B319-5FEA30CBD640}" type="presOf" srcId="{66D0502B-C616-461E-9E5A-B4479DE2D66F}" destId="{BDA6EEFA-A474-494E-B411-6E1287D3C2BA}" srcOrd="0" destOrd="0" presId="urn:microsoft.com/office/officeart/2016/7/layout/RepeatingBendingProcessNew"/>
    <dgm:cxn modelId="{68275FB6-4F45-4721-B4AD-7177ACF668E1}" type="presOf" srcId="{10DA25CF-6573-41D8-BE6D-C1F8B089525F}" destId="{8D7A910D-F2C5-42C8-98D2-4EA73B121B65}" srcOrd="0" destOrd="0" presId="urn:microsoft.com/office/officeart/2016/7/layout/RepeatingBendingProcessNew"/>
    <dgm:cxn modelId="{974E46BD-DDB5-471D-AF29-B036E32A5E99}" type="presOf" srcId="{FEE97677-B1AE-46E2-87B4-AAE9067EAA7A}" destId="{57C0B15D-18E2-4540-ABAB-7BACA71CBBCB}" srcOrd="0" destOrd="0" presId="urn:microsoft.com/office/officeart/2016/7/layout/RepeatingBendingProcessNew"/>
    <dgm:cxn modelId="{5D2C46BE-026D-4C8E-9766-7EAC175A0360}" type="presOf" srcId="{7E0910F7-6388-40CB-962E-99D94E6F26A4}" destId="{B48DF351-E2CF-4EDE-9631-D4B150DCA62E}" srcOrd="0" destOrd="0" presId="urn:microsoft.com/office/officeart/2016/7/layout/RepeatingBendingProcessNew"/>
    <dgm:cxn modelId="{911877C5-2EF4-454B-805F-FC09C8D0F149}" type="presOf" srcId="{4EEF3A44-7C5F-4B50-BA88-766ACE8C3FCB}" destId="{C49E9547-862D-46A7-BAF7-33111979710C}" srcOrd="1" destOrd="0" presId="urn:microsoft.com/office/officeart/2016/7/layout/RepeatingBendingProcessNew"/>
    <dgm:cxn modelId="{0B178BC7-BD09-45FF-88AF-5693CD18E217}" type="presOf" srcId="{AA7B37F6-4999-4670-9480-34144B7FFCFB}" destId="{94B857BE-137C-47F3-BEC6-1182B11DAB67}" srcOrd="1" destOrd="0" presId="urn:microsoft.com/office/officeart/2016/7/layout/RepeatingBendingProcessNew"/>
    <dgm:cxn modelId="{95BE55D3-F0A1-43EE-8476-F698DE37ECA4}" srcId="{C84BC472-8DB9-4891-B252-959584F95B4D}" destId="{F8300339-FE5D-40BA-890A-F29AF9756602}" srcOrd="2" destOrd="0" parTransId="{052E1DEE-24A0-42DB-86B7-90C3E75A671C}" sibTransId="{4EEF3A44-7C5F-4B50-BA88-766ACE8C3FCB}"/>
    <dgm:cxn modelId="{E995EDD6-C903-46BB-8A34-6AEE4CE2D23A}" type="presOf" srcId="{F8300339-FE5D-40BA-890A-F29AF9756602}" destId="{A8643E12-1C27-402A-9F71-30264ACFBCF6}" srcOrd="0" destOrd="0" presId="urn:microsoft.com/office/officeart/2016/7/layout/RepeatingBendingProcessNew"/>
    <dgm:cxn modelId="{C69889DA-2759-43E8-A87F-F8BED7B25EC1}" type="presOf" srcId="{FB9090E6-2738-461E-AB5E-8BB0ACEE658B}" destId="{54D4D532-7C7D-4463-A9A8-64EA6F9B5F81}" srcOrd="0" destOrd="0" presId="urn:microsoft.com/office/officeart/2016/7/layout/RepeatingBendingProcessNew"/>
    <dgm:cxn modelId="{2834EBDC-6235-4DB3-815F-C4C8EAD4F180}" type="presOf" srcId="{734B1D55-6DAE-4CE1-BB64-F82D1E790C91}" destId="{1A37D353-53C8-4829-9623-9595E9DBDA0C}" srcOrd="0" destOrd="0" presId="urn:microsoft.com/office/officeart/2016/7/layout/RepeatingBendingProcessNew"/>
    <dgm:cxn modelId="{74D57FDF-A946-46DD-A858-F522147033E3}" type="presOf" srcId="{D3B1BFD5-0DFF-4FED-8B89-6C3F5B6FAC52}" destId="{188EF307-F772-4155-BC0B-C48227047EFB}" srcOrd="0" destOrd="0" presId="urn:microsoft.com/office/officeart/2016/7/layout/RepeatingBendingProcessNew"/>
    <dgm:cxn modelId="{CDC903FB-02FB-4032-B84D-54EC8DD973D0}" type="presOf" srcId="{26BC5627-9DF8-43AC-AFD8-D33424F0AD04}" destId="{A4079EA3-C674-4448-9EEB-2217A2272C24}" srcOrd="0" destOrd="0" presId="urn:microsoft.com/office/officeart/2016/7/layout/RepeatingBendingProcessNew"/>
    <dgm:cxn modelId="{0F5CF2FB-0C00-4118-98C3-6CE4C8CBDF02}" type="presOf" srcId="{8381FB54-549B-4F18-BDF3-486B7FDEA610}" destId="{56B2B3E6-417E-44D7-A899-07E9833FE9A3}" srcOrd="1" destOrd="0" presId="urn:microsoft.com/office/officeart/2016/7/layout/RepeatingBendingProcessNew"/>
    <dgm:cxn modelId="{017113FD-AE10-4D0E-82E4-17E26F466B2E}" srcId="{C84BC472-8DB9-4891-B252-959584F95B4D}" destId="{F8484406-6B80-4DBF-AACC-221C2944BCEC}" srcOrd="7" destOrd="0" parTransId="{7126CD45-93B7-4500-B881-0FE931A3AC3C}" sibTransId="{AA7B37F6-4999-4670-9480-34144B7FFCFB}"/>
    <dgm:cxn modelId="{7B4FC69D-ED06-4125-8773-8F2C20611678}" type="presParOf" srcId="{8E2A8FED-1E77-4D19-A75C-CAC4C99FFCB2}" destId="{6A47E71B-9C6A-4C93-83A7-117F192604B8}" srcOrd="0" destOrd="0" presId="urn:microsoft.com/office/officeart/2016/7/layout/RepeatingBendingProcessNew"/>
    <dgm:cxn modelId="{1E59DAAC-1480-4C1D-8A77-46F918E75C82}" type="presParOf" srcId="{8E2A8FED-1E77-4D19-A75C-CAC4C99FFCB2}" destId="{A3E4A5BC-BE42-4A4E-A12E-A9F74F4C561C}" srcOrd="1" destOrd="0" presId="urn:microsoft.com/office/officeart/2016/7/layout/RepeatingBendingProcessNew"/>
    <dgm:cxn modelId="{AAA0451E-8553-4C8D-932B-539B18EEC21F}" type="presParOf" srcId="{A3E4A5BC-BE42-4A4E-A12E-A9F74F4C561C}" destId="{10B23440-ADC4-4F3F-BA34-01EE5477CC67}" srcOrd="0" destOrd="0" presId="urn:microsoft.com/office/officeart/2016/7/layout/RepeatingBendingProcessNew"/>
    <dgm:cxn modelId="{6D862D96-A4D4-4AA5-80C9-E811C54376D5}" type="presParOf" srcId="{8E2A8FED-1E77-4D19-A75C-CAC4C99FFCB2}" destId="{44F23B5B-4586-4BEA-BF4B-A9C50F9641A0}" srcOrd="2" destOrd="0" presId="urn:microsoft.com/office/officeart/2016/7/layout/RepeatingBendingProcessNew"/>
    <dgm:cxn modelId="{C90B6ABF-0C22-4812-958C-A851EBE88CBE}" type="presParOf" srcId="{8E2A8FED-1E77-4D19-A75C-CAC4C99FFCB2}" destId="{57C0B15D-18E2-4540-ABAB-7BACA71CBBCB}" srcOrd="3" destOrd="0" presId="urn:microsoft.com/office/officeart/2016/7/layout/RepeatingBendingProcessNew"/>
    <dgm:cxn modelId="{47BF2082-8260-43BE-AA1D-4B741D81E760}" type="presParOf" srcId="{57C0B15D-18E2-4540-ABAB-7BACA71CBBCB}" destId="{0ABBDFA5-AD8A-4526-A71A-E9D177687738}" srcOrd="0" destOrd="0" presId="urn:microsoft.com/office/officeart/2016/7/layout/RepeatingBendingProcessNew"/>
    <dgm:cxn modelId="{2D299BA2-D069-4C80-995C-5578F9F28D15}" type="presParOf" srcId="{8E2A8FED-1E77-4D19-A75C-CAC4C99FFCB2}" destId="{A8643E12-1C27-402A-9F71-30264ACFBCF6}" srcOrd="4" destOrd="0" presId="urn:microsoft.com/office/officeart/2016/7/layout/RepeatingBendingProcessNew"/>
    <dgm:cxn modelId="{403CD78F-2083-4F4D-851B-72BAABD811D6}" type="presParOf" srcId="{8E2A8FED-1E77-4D19-A75C-CAC4C99FFCB2}" destId="{89940728-CC3E-423C-ABB3-73C239B1AB8E}" srcOrd="5" destOrd="0" presId="urn:microsoft.com/office/officeart/2016/7/layout/RepeatingBendingProcessNew"/>
    <dgm:cxn modelId="{20624D62-185D-43E3-8D81-3F08E229C771}" type="presParOf" srcId="{89940728-CC3E-423C-ABB3-73C239B1AB8E}" destId="{C49E9547-862D-46A7-BAF7-33111979710C}" srcOrd="0" destOrd="0" presId="urn:microsoft.com/office/officeart/2016/7/layout/RepeatingBendingProcessNew"/>
    <dgm:cxn modelId="{37D518CF-D9F1-4E9B-AE5D-75B914E31B25}" type="presParOf" srcId="{8E2A8FED-1E77-4D19-A75C-CAC4C99FFCB2}" destId="{E6A914CF-1513-4820-8F53-C6A5142EEE4E}" srcOrd="6" destOrd="0" presId="urn:microsoft.com/office/officeart/2016/7/layout/RepeatingBendingProcessNew"/>
    <dgm:cxn modelId="{47D9E32C-6648-4DEF-9FA7-F0D3B5394ED5}" type="presParOf" srcId="{8E2A8FED-1E77-4D19-A75C-CAC4C99FFCB2}" destId="{7437012B-2E9F-4A9C-AFE1-32714FB1F7B7}" srcOrd="7" destOrd="0" presId="urn:microsoft.com/office/officeart/2016/7/layout/RepeatingBendingProcessNew"/>
    <dgm:cxn modelId="{BD01582E-AEB9-4A1D-B2AD-8C88DAABDCEC}" type="presParOf" srcId="{7437012B-2E9F-4A9C-AFE1-32714FB1F7B7}" destId="{D7ECEC19-AD99-45FE-8CA2-172075586766}" srcOrd="0" destOrd="0" presId="urn:microsoft.com/office/officeart/2016/7/layout/RepeatingBendingProcessNew"/>
    <dgm:cxn modelId="{EA7D014F-9913-4CEF-9A3A-E95C28DFEF87}" type="presParOf" srcId="{8E2A8FED-1E77-4D19-A75C-CAC4C99FFCB2}" destId="{123AE6D1-41AA-49A1-AD32-FF5C7364832B}" srcOrd="8" destOrd="0" presId="urn:microsoft.com/office/officeart/2016/7/layout/RepeatingBendingProcessNew"/>
    <dgm:cxn modelId="{F69ABD5B-4BAD-4206-8A43-FA8C8B459EB6}" type="presParOf" srcId="{8E2A8FED-1E77-4D19-A75C-CAC4C99FFCB2}" destId="{7D4830C4-16FA-485A-8DD4-4AE7E91512C8}" srcOrd="9" destOrd="0" presId="urn:microsoft.com/office/officeart/2016/7/layout/RepeatingBendingProcessNew"/>
    <dgm:cxn modelId="{80595E54-846D-401D-A024-269CA91D1215}" type="presParOf" srcId="{7D4830C4-16FA-485A-8DD4-4AE7E91512C8}" destId="{C5F16F12-1762-4E73-80E1-9319FE2C6106}" srcOrd="0" destOrd="0" presId="urn:microsoft.com/office/officeart/2016/7/layout/RepeatingBendingProcessNew"/>
    <dgm:cxn modelId="{C66D2F18-195A-45D2-978E-3717E26A2920}" type="presParOf" srcId="{8E2A8FED-1E77-4D19-A75C-CAC4C99FFCB2}" destId="{88D22E5E-56B6-4F27-BF03-C5299870395F}" srcOrd="10" destOrd="0" presId="urn:microsoft.com/office/officeart/2016/7/layout/RepeatingBendingProcessNew"/>
    <dgm:cxn modelId="{7A10AF13-6AF8-482E-91E8-77A5AE4AB4FA}" type="presParOf" srcId="{8E2A8FED-1E77-4D19-A75C-CAC4C99FFCB2}" destId="{1A37D353-53C8-4829-9623-9595E9DBDA0C}" srcOrd="11" destOrd="0" presId="urn:microsoft.com/office/officeart/2016/7/layout/RepeatingBendingProcessNew"/>
    <dgm:cxn modelId="{606BB40D-6F1B-4C9A-9211-BBC4E66B7295}" type="presParOf" srcId="{1A37D353-53C8-4829-9623-9595E9DBDA0C}" destId="{BDD059C0-744D-4D2A-8392-2654988954F2}" srcOrd="0" destOrd="0" presId="urn:microsoft.com/office/officeart/2016/7/layout/RepeatingBendingProcessNew"/>
    <dgm:cxn modelId="{36A4491C-B7FE-4A8C-90D0-24C8BFF775DE}" type="presParOf" srcId="{8E2A8FED-1E77-4D19-A75C-CAC4C99FFCB2}" destId="{B48DF351-E2CF-4EDE-9631-D4B150DCA62E}" srcOrd="12" destOrd="0" presId="urn:microsoft.com/office/officeart/2016/7/layout/RepeatingBendingProcessNew"/>
    <dgm:cxn modelId="{925D5439-8541-4E56-BE82-09CBCA97A3E7}" type="presParOf" srcId="{8E2A8FED-1E77-4D19-A75C-CAC4C99FFCB2}" destId="{54D4D532-7C7D-4463-A9A8-64EA6F9B5F81}" srcOrd="13" destOrd="0" presId="urn:microsoft.com/office/officeart/2016/7/layout/RepeatingBendingProcessNew"/>
    <dgm:cxn modelId="{C2A4617C-EEAD-4539-B56D-AAB7A6171D1E}" type="presParOf" srcId="{54D4D532-7C7D-4463-A9A8-64EA6F9B5F81}" destId="{2459F1C7-633A-4510-B214-E7D2B8CFFBE3}" srcOrd="0" destOrd="0" presId="urn:microsoft.com/office/officeart/2016/7/layout/RepeatingBendingProcessNew"/>
    <dgm:cxn modelId="{69B73E40-EBF3-4630-AD6B-AB4BCB075C8B}" type="presParOf" srcId="{8E2A8FED-1E77-4D19-A75C-CAC4C99FFCB2}" destId="{93BE8F1F-B5BA-4497-A8AE-AD9AB7BBCA19}" srcOrd="14" destOrd="0" presId="urn:microsoft.com/office/officeart/2016/7/layout/RepeatingBendingProcessNew"/>
    <dgm:cxn modelId="{80B5DFE6-17AA-4E15-AD68-74ADE6CF67B9}" type="presParOf" srcId="{8E2A8FED-1E77-4D19-A75C-CAC4C99FFCB2}" destId="{A42CBD42-5E4A-41AD-AE0F-BA9C363333DD}" srcOrd="15" destOrd="0" presId="urn:microsoft.com/office/officeart/2016/7/layout/RepeatingBendingProcessNew"/>
    <dgm:cxn modelId="{4DA09899-7AB6-44D6-B4F8-61DEF3648ACF}" type="presParOf" srcId="{A42CBD42-5E4A-41AD-AE0F-BA9C363333DD}" destId="{94B857BE-137C-47F3-BEC6-1182B11DAB67}" srcOrd="0" destOrd="0" presId="urn:microsoft.com/office/officeart/2016/7/layout/RepeatingBendingProcessNew"/>
    <dgm:cxn modelId="{81936E13-BFC2-4221-A811-BA884C03C241}" type="presParOf" srcId="{8E2A8FED-1E77-4D19-A75C-CAC4C99FFCB2}" destId="{968E0C3F-3CDC-4623-865B-05115074F691}" srcOrd="16" destOrd="0" presId="urn:microsoft.com/office/officeart/2016/7/layout/RepeatingBendingProcessNew"/>
    <dgm:cxn modelId="{FD511D9E-81FF-463F-8C4F-541EFD520334}" type="presParOf" srcId="{8E2A8FED-1E77-4D19-A75C-CAC4C99FFCB2}" destId="{F7277FEB-F03F-4B79-BE5C-0A6A336D6811}" srcOrd="17" destOrd="0" presId="urn:microsoft.com/office/officeart/2016/7/layout/RepeatingBendingProcessNew"/>
    <dgm:cxn modelId="{8BB191F4-2CE7-4217-97FF-BA26247DCCD1}" type="presParOf" srcId="{F7277FEB-F03F-4B79-BE5C-0A6A336D6811}" destId="{56B2B3E6-417E-44D7-A899-07E9833FE9A3}" srcOrd="0" destOrd="0" presId="urn:microsoft.com/office/officeart/2016/7/layout/RepeatingBendingProcessNew"/>
    <dgm:cxn modelId="{72F7E733-C063-4165-A3FC-4958209C41D5}" type="presParOf" srcId="{8E2A8FED-1E77-4D19-A75C-CAC4C99FFCB2}" destId="{634FCFA0-497A-46D2-BFC3-6702E051BF44}" srcOrd="18" destOrd="0" presId="urn:microsoft.com/office/officeart/2016/7/layout/RepeatingBendingProcessNew"/>
    <dgm:cxn modelId="{CA5ED92B-B6C7-4FB2-B235-C7F8CA4ECDC0}" type="presParOf" srcId="{8E2A8FED-1E77-4D19-A75C-CAC4C99FFCB2}" destId="{8D7A910D-F2C5-42C8-98D2-4EA73B121B65}" srcOrd="19" destOrd="0" presId="urn:microsoft.com/office/officeart/2016/7/layout/RepeatingBendingProcessNew"/>
    <dgm:cxn modelId="{7F03020F-DA31-492A-B134-2990F941DD0E}" type="presParOf" srcId="{8D7A910D-F2C5-42C8-98D2-4EA73B121B65}" destId="{BADAFCA6-D161-4BF4-9965-1E52F79F4A97}" srcOrd="0" destOrd="0" presId="urn:microsoft.com/office/officeart/2016/7/layout/RepeatingBendingProcessNew"/>
    <dgm:cxn modelId="{B3FDD4F1-D4F2-4CD1-973D-2FA17DA2918D}" type="presParOf" srcId="{8E2A8FED-1E77-4D19-A75C-CAC4C99FFCB2}" destId="{A4079EA3-C674-4448-9EEB-2217A2272C24}" srcOrd="20" destOrd="0" presId="urn:microsoft.com/office/officeart/2016/7/layout/RepeatingBendingProcessNew"/>
    <dgm:cxn modelId="{6E4F6C73-81BF-4AA0-9AB3-CFC3D1677AC0}" type="presParOf" srcId="{8E2A8FED-1E77-4D19-A75C-CAC4C99FFCB2}" destId="{188EF307-F772-4155-BC0B-C48227047EFB}" srcOrd="21" destOrd="0" presId="urn:microsoft.com/office/officeart/2016/7/layout/RepeatingBendingProcessNew"/>
    <dgm:cxn modelId="{440A0918-3A09-4EA7-9473-B621B1475AFB}" type="presParOf" srcId="{188EF307-F772-4155-BC0B-C48227047EFB}" destId="{7D93F937-2BEF-4784-9A2F-8ECF5CD84AFF}" srcOrd="0" destOrd="0" presId="urn:microsoft.com/office/officeart/2016/7/layout/RepeatingBendingProcessNew"/>
    <dgm:cxn modelId="{6CC3B79D-BA71-4048-8988-E704564619C6}" type="presParOf" srcId="{8E2A8FED-1E77-4D19-A75C-CAC4C99FFCB2}" destId="{BDA6EEFA-A474-494E-B411-6E1287D3C2BA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4AE0B1-D4EE-4A1B-B368-73D941D5089A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0001B8-BA66-4099-B5A9-7454BD7987B7}">
      <dgm:prSet/>
      <dgm:spPr/>
      <dgm:t>
        <a:bodyPr/>
        <a:lstStyle/>
        <a:p>
          <a:r>
            <a:rPr lang="en-US" dirty="0"/>
            <a:t>PHASE 1: Quick Wins (Weeks 1-2) ━━━━━━━━━━━━━━━━━━━✅ Deploy AI system to production </a:t>
          </a:r>
          <a:endParaRPr lang="ar-EG" dirty="0"/>
        </a:p>
        <a:p>
          <a:r>
            <a:rPr lang="en-US" dirty="0"/>
            <a:t>✅ Train customer service team on risk scores </a:t>
          </a:r>
          <a:endParaRPr lang="ar-EG" dirty="0"/>
        </a:p>
        <a:p>
          <a:r>
            <a:rPr lang="en-US" dirty="0"/>
            <a:t>✅ Launch "Save Campaign" for top-100 at-risk</a:t>
          </a:r>
        </a:p>
      </dgm:t>
    </dgm:pt>
    <dgm:pt modelId="{A856AFBC-B5A6-464E-ADB8-D341A127AB96}" type="parTrans" cxnId="{1CFB06F7-5B43-40B8-932E-66DCA621B5DB}">
      <dgm:prSet/>
      <dgm:spPr/>
      <dgm:t>
        <a:bodyPr/>
        <a:lstStyle/>
        <a:p>
          <a:endParaRPr lang="en-US"/>
        </a:p>
      </dgm:t>
    </dgm:pt>
    <dgm:pt modelId="{275D73C4-20BA-4C9E-8470-EBF244178001}" type="sibTrans" cxnId="{1CFB06F7-5B43-40B8-932E-66DCA621B5D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C05D4FD-5C34-4E7F-8F63-394CBB346C19}">
      <dgm:prSet/>
      <dgm:spPr/>
      <dgm:t>
        <a:bodyPr/>
        <a:lstStyle/>
        <a:p>
          <a:r>
            <a:rPr lang="en-US" dirty="0"/>
            <a:t>PHASE 2: Strategic Initiatives (Weeks 3-8) ━━━━━━━━━━━━━━━━━━━🎯 Incentive program: Push annual contracts 🎯 Investigate Fiber Optic service quality </a:t>
          </a:r>
          <a:endParaRPr lang="ar-EG" dirty="0"/>
        </a:p>
        <a:p>
          <a:r>
            <a:rPr lang="en-US" dirty="0"/>
            <a:t>🎯 New customer onboarding program</a:t>
          </a:r>
        </a:p>
      </dgm:t>
    </dgm:pt>
    <dgm:pt modelId="{0F38A34A-8C49-4002-A164-DBFD3479298B}" type="parTrans" cxnId="{508AEA37-B603-472B-A9FB-C9EA07DC0447}">
      <dgm:prSet/>
      <dgm:spPr/>
      <dgm:t>
        <a:bodyPr/>
        <a:lstStyle/>
        <a:p>
          <a:endParaRPr lang="en-US"/>
        </a:p>
      </dgm:t>
    </dgm:pt>
    <dgm:pt modelId="{817D6989-E7B4-44DE-B80E-7E1C504B8DF7}" type="sibTrans" cxnId="{508AEA37-B603-472B-A9FB-C9EA07DC044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8FA3C3B-2BDF-4CCA-B6F6-6F39BAEE7FC2}">
      <dgm:prSet/>
      <dgm:spPr/>
      <dgm:t>
        <a:bodyPr/>
        <a:lstStyle/>
        <a:p>
          <a:r>
            <a:rPr lang="en-US" dirty="0"/>
            <a:t>PHASE 3: Continuous Improvement (Ongoing) ━━━━━━━━━━━━━━━━━━━📊 Monthly performance reviews</a:t>
          </a:r>
          <a:endParaRPr lang="ar-EG" dirty="0"/>
        </a:p>
        <a:p>
          <a:r>
            <a:rPr lang="en-US" dirty="0"/>
            <a:t> 📊 Quarterly model updates </a:t>
          </a:r>
          <a:endParaRPr lang="ar-EG" dirty="0"/>
        </a:p>
        <a:p>
          <a:r>
            <a:rPr lang="en-US" dirty="0"/>
            <a:t>📊 A/B test retention offers</a:t>
          </a:r>
        </a:p>
      </dgm:t>
    </dgm:pt>
    <dgm:pt modelId="{BC886CF3-2719-41CF-A90F-1663657279A9}" type="parTrans" cxnId="{662AC2A8-4EEE-4B2A-9C36-EFA3ECFF32CC}">
      <dgm:prSet/>
      <dgm:spPr/>
      <dgm:t>
        <a:bodyPr/>
        <a:lstStyle/>
        <a:p>
          <a:endParaRPr lang="en-US"/>
        </a:p>
      </dgm:t>
    </dgm:pt>
    <dgm:pt modelId="{A9F2E197-152C-4F11-ADE4-5F7B52A9A0BD}" type="sibTrans" cxnId="{662AC2A8-4EEE-4B2A-9C36-EFA3ECFF32C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95159F6-B4B0-4214-BAED-8805FA62C121}" type="pres">
      <dgm:prSet presAssocID="{A84AE0B1-D4EE-4A1B-B368-73D941D5089A}" presName="linearFlow" presStyleCnt="0">
        <dgm:presLayoutVars>
          <dgm:dir/>
          <dgm:animLvl val="lvl"/>
          <dgm:resizeHandles val="exact"/>
        </dgm:presLayoutVars>
      </dgm:prSet>
      <dgm:spPr/>
    </dgm:pt>
    <dgm:pt modelId="{9F8780E4-0D13-49E0-8CE0-667DDD0A61BD}" type="pres">
      <dgm:prSet presAssocID="{7A0001B8-BA66-4099-B5A9-7454BD7987B7}" presName="compositeNode" presStyleCnt="0"/>
      <dgm:spPr/>
    </dgm:pt>
    <dgm:pt modelId="{4F6195AD-5806-4D42-B97E-80844A1E37BE}" type="pres">
      <dgm:prSet presAssocID="{7A0001B8-BA66-4099-B5A9-7454BD7987B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08043A0-E182-46EE-B63A-7209B6C6BD7D}" type="pres">
      <dgm:prSet presAssocID="{7A0001B8-BA66-4099-B5A9-7454BD7987B7}" presName="parSh" presStyleCnt="0"/>
      <dgm:spPr/>
    </dgm:pt>
    <dgm:pt modelId="{282BF2F9-E5E7-4320-AED7-2B508FBCD3D9}" type="pres">
      <dgm:prSet presAssocID="{7A0001B8-BA66-4099-B5A9-7454BD7987B7}" presName="lineNode" presStyleLbl="alignAccFollowNode1" presStyleIdx="0" presStyleCnt="9"/>
      <dgm:spPr/>
    </dgm:pt>
    <dgm:pt modelId="{F2C72A74-3BF9-4FE4-A1DA-CC6476179D06}" type="pres">
      <dgm:prSet presAssocID="{7A0001B8-BA66-4099-B5A9-7454BD7987B7}" presName="lineArrowNode" presStyleLbl="alignAccFollowNode1" presStyleIdx="1" presStyleCnt="9"/>
      <dgm:spPr/>
    </dgm:pt>
    <dgm:pt modelId="{6C11F88C-7CC8-4B1F-A640-6EB7F13CD011}" type="pres">
      <dgm:prSet presAssocID="{275D73C4-20BA-4C9E-8470-EBF244178001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1A518CFD-ECAF-4941-ABA9-E1BAFD111529}" type="pres">
      <dgm:prSet presAssocID="{275D73C4-20BA-4C9E-8470-EBF244178001}" presName="spacerBetweenCircleAndCallout" presStyleCnt="0">
        <dgm:presLayoutVars/>
      </dgm:prSet>
      <dgm:spPr/>
    </dgm:pt>
    <dgm:pt modelId="{E2F70FED-15FE-4FFD-A998-B3511DB478F8}" type="pres">
      <dgm:prSet presAssocID="{7A0001B8-BA66-4099-B5A9-7454BD7987B7}" presName="nodeText" presStyleLbl="alignAccFollowNode1" presStyleIdx="2" presStyleCnt="9">
        <dgm:presLayoutVars>
          <dgm:bulletEnabled val="1"/>
        </dgm:presLayoutVars>
      </dgm:prSet>
      <dgm:spPr/>
    </dgm:pt>
    <dgm:pt modelId="{2CFE72B2-7B52-4104-9B7D-2FF344C6744F}" type="pres">
      <dgm:prSet presAssocID="{275D73C4-20BA-4C9E-8470-EBF244178001}" presName="sibTransComposite" presStyleCnt="0"/>
      <dgm:spPr/>
    </dgm:pt>
    <dgm:pt modelId="{23F5E848-D5EC-4BB8-9CBE-3C6A26CC9BE9}" type="pres">
      <dgm:prSet presAssocID="{2C05D4FD-5C34-4E7F-8F63-394CBB346C19}" presName="compositeNode" presStyleCnt="0"/>
      <dgm:spPr/>
    </dgm:pt>
    <dgm:pt modelId="{56DB0E74-C21B-40F5-887F-D32D7E5FFBB8}" type="pres">
      <dgm:prSet presAssocID="{2C05D4FD-5C34-4E7F-8F63-394CBB346C1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CB4917A-EBF9-4B2C-9047-10B810DEE3B8}" type="pres">
      <dgm:prSet presAssocID="{2C05D4FD-5C34-4E7F-8F63-394CBB346C19}" presName="parSh" presStyleCnt="0"/>
      <dgm:spPr/>
    </dgm:pt>
    <dgm:pt modelId="{A5FC19E2-5BB8-4C93-BBC6-F3CB9D599A84}" type="pres">
      <dgm:prSet presAssocID="{2C05D4FD-5C34-4E7F-8F63-394CBB346C19}" presName="lineNode" presStyleLbl="alignAccFollowNode1" presStyleIdx="3" presStyleCnt="9"/>
      <dgm:spPr/>
    </dgm:pt>
    <dgm:pt modelId="{D3A6C880-65C3-464D-AA2F-3B323F863F62}" type="pres">
      <dgm:prSet presAssocID="{2C05D4FD-5C34-4E7F-8F63-394CBB346C19}" presName="lineArrowNode" presStyleLbl="alignAccFollowNode1" presStyleIdx="4" presStyleCnt="9"/>
      <dgm:spPr/>
    </dgm:pt>
    <dgm:pt modelId="{22207FE8-3E1C-4B0B-AD7C-22A0830EA46C}" type="pres">
      <dgm:prSet presAssocID="{817D6989-E7B4-44DE-B80E-7E1C504B8DF7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C2F5D540-B43C-496C-BA20-7256424C7D29}" type="pres">
      <dgm:prSet presAssocID="{817D6989-E7B4-44DE-B80E-7E1C504B8DF7}" presName="spacerBetweenCircleAndCallout" presStyleCnt="0">
        <dgm:presLayoutVars/>
      </dgm:prSet>
      <dgm:spPr/>
    </dgm:pt>
    <dgm:pt modelId="{4AB884B8-695B-4DF2-A297-AF622BABE2E3}" type="pres">
      <dgm:prSet presAssocID="{2C05D4FD-5C34-4E7F-8F63-394CBB346C19}" presName="nodeText" presStyleLbl="alignAccFollowNode1" presStyleIdx="5" presStyleCnt="9">
        <dgm:presLayoutVars>
          <dgm:bulletEnabled val="1"/>
        </dgm:presLayoutVars>
      </dgm:prSet>
      <dgm:spPr/>
    </dgm:pt>
    <dgm:pt modelId="{82464CEF-2A3F-4676-8A06-C491F78686C5}" type="pres">
      <dgm:prSet presAssocID="{817D6989-E7B4-44DE-B80E-7E1C504B8DF7}" presName="sibTransComposite" presStyleCnt="0"/>
      <dgm:spPr/>
    </dgm:pt>
    <dgm:pt modelId="{5E99C26A-EE33-470C-AD11-2AE8060C876B}" type="pres">
      <dgm:prSet presAssocID="{88FA3C3B-2BDF-4CCA-B6F6-6F39BAEE7FC2}" presName="compositeNode" presStyleCnt="0"/>
      <dgm:spPr/>
    </dgm:pt>
    <dgm:pt modelId="{705565CA-3E88-434B-B619-614310DBC94D}" type="pres">
      <dgm:prSet presAssocID="{88FA3C3B-2BDF-4CCA-B6F6-6F39BAEE7FC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CF2F78B-B9A8-44EB-B349-D9C2691512CA}" type="pres">
      <dgm:prSet presAssocID="{88FA3C3B-2BDF-4CCA-B6F6-6F39BAEE7FC2}" presName="parSh" presStyleCnt="0"/>
      <dgm:spPr/>
    </dgm:pt>
    <dgm:pt modelId="{21358C6D-B0FE-4F0A-A573-5E97CC348FC7}" type="pres">
      <dgm:prSet presAssocID="{88FA3C3B-2BDF-4CCA-B6F6-6F39BAEE7FC2}" presName="lineNode" presStyleLbl="alignAccFollowNode1" presStyleIdx="6" presStyleCnt="9"/>
      <dgm:spPr/>
    </dgm:pt>
    <dgm:pt modelId="{8C52CB46-7F08-4186-A566-3059C63D7DA8}" type="pres">
      <dgm:prSet presAssocID="{88FA3C3B-2BDF-4CCA-B6F6-6F39BAEE7FC2}" presName="lineArrowNode" presStyleLbl="alignAccFollowNode1" presStyleIdx="7" presStyleCnt="9"/>
      <dgm:spPr/>
    </dgm:pt>
    <dgm:pt modelId="{2D9D9F76-CC6E-40A9-B7F3-C340E9B27222}" type="pres">
      <dgm:prSet presAssocID="{A9F2E197-152C-4F11-ADE4-5F7B52A9A0BD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1FCCC84F-C6D0-4DCE-9A48-CE5134414504}" type="pres">
      <dgm:prSet presAssocID="{A9F2E197-152C-4F11-ADE4-5F7B52A9A0BD}" presName="spacerBetweenCircleAndCallout" presStyleCnt="0">
        <dgm:presLayoutVars/>
      </dgm:prSet>
      <dgm:spPr/>
    </dgm:pt>
    <dgm:pt modelId="{E4633185-B390-45B6-8B91-1C04DE76D952}" type="pres">
      <dgm:prSet presAssocID="{88FA3C3B-2BDF-4CCA-B6F6-6F39BAEE7FC2}" presName="nodeText" presStyleLbl="alignAccFollowNode1" presStyleIdx="8" presStyleCnt="9">
        <dgm:presLayoutVars>
          <dgm:bulletEnabled val="1"/>
        </dgm:presLayoutVars>
      </dgm:prSet>
      <dgm:spPr/>
    </dgm:pt>
  </dgm:ptLst>
  <dgm:cxnLst>
    <dgm:cxn modelId="{508AEA37-B603-472B-A9FB-C9EA07DC0447}" srcId="{A84AE0B1-D4EE-4A1B-B368-73D941D5089A}" destId="{2C05D4FD-5C34-4E7F-8F63-394CBB346C19}" srcOrd="1" destOrd="0" parTransId="{0F38A34A-8C49-4002-A164-DBFD3479298B}" sibTransId="{817D6989-E7B4-44DE-B80E-7E1C504B8DF7}"/>
    <dgm:cxn modelId="{06460D47-8575-43CC-BC81-5EE77A163E9F}" type="presOf" srcId="{817D6989-E7B4-44DE-B80E-7E1C504B8DF7}" destId="{22207FE8-3E1C-4B0B-AD7C-22A0830EA46C}" srcOrd="0" destOrd="0" presId="urn:microsoft.com/office/officeart/2016/7/layout/LinearArrowProcessNumbered"/>
    <dgm:cxn modelId="{65925D88-2E81-49F2-8176-9C3AFF9DB7DB}" type="presOf" srcId="{88FA3C3B-2BDF-4CCA-B6F6-6F39BAEE7FC2}" destId="{E4633185-B390-45B6-8B91-1C04DE76D952}" srcOrd="0" destOrd="0" presId="urn:microsoft.com/office/officeart/2016/7/layout/LinearArrowProcessNumbered"/>
    <dgm:cxn modelId="{346BCD8A-A4D1-45A8-95A2-B6C9C7422505}" type="presOf" srcId="{A84AE0B1-D4EE-4A1B-B368-73D941D5089A}" destId="{795159F6-B4B0-4214-BAED-8805FA62C121}" srcOrd="0" destOrd="0" presId="urn:microsoft.com/office/officeart/2016/7/layout/LinearArrowProcessNumbered"/>
    <dgm:cxn modelId="{20053BA8-0E0E-448C-8394-35FB089EE9EB}" type="presOf" srcId="{A9F2E197-152C-4F11-ADE4-5F7B52A9A0BD}" destId="{2D9D9F76-CC6E-40A9-B7F3-C340E9B27222}" srcOrd="0" destOrd="0" presId="urn:microsoft.com/office/officeart/2016/7/layout/LinearArrowProcessNumbered"/>
    <dgm:cxn modelId="{662AC2A8-4EEE-4B2A-9C36-EFA3ECFF32CC}" srcId="{A84AE0B1-D4EE-4A1B-B368-73D941D5089A}" destId="{88FA3C3B-2BDF-4CCA-B6F6-6F39BAEE7FC2}" srcOrd="2" destOrd="0" parTransId="{BC886CF3-2719-41CF-A90F-1663657279A9}" sibTransId="{A9F2E197-152C-4F11-ADE4-5F7B52A9A0BD}"/>
    <dgm:cxn modelId="{0E64A9DA-839A-4A68-8371-E95CA4F4DDFB}" type="presOf" srcId="{2C05D4FD-5C34-4E7F-8F63-394CBB346C19}" destId="{4AB884B8-695B-4DF2-A297-AF622BABE2E3}" srcOrd="0" destOrd="0" presId="urn:microsoft.com/office/officeart/2016/7/layout/LinearArrowProcessNumbered"/>
    <dgm:cxn modelId="{C7E7A7E9-CCC0-4CDA-829E-D9745EA0B8F0}" type="presOf" srcId="{275D73C4-20BA-4C9E-8470-EBF244178001}" destId="{6C11F88C-7CC8-4B1F-A640-6EB7F13CD011}" srcOrd="0" destOrd="0" presId="urn:microsoft.com/office/officeart/2016/7/layout/LinearArrowProcessNumbered"/>
    <dgm:cxn modelId="{9D3B05EF-EE43-40A3-AD1F-9278BBC5FD32}" type="presOf" srcId="{7A0001B8-BA66-4099-B5A9-7454BD7987B7}" destId="{E2F70FED-15FE-4FFD-A998-B3511DB478F8}" srcOrd="0" destOrd="0" presId="urn:microsoft.com/office/officeart/2016/7/layout/LinearArrowProcessNumbered"/>
    <dgm:cxn modelId="{1CFB06F7-5B43-40B8-932E-66DCA621B5DB}" srcId="{A84AE0B1-D4EE-4A1B-B368-73D941D5089A}" destId="{7A0001B8-BA66-4099-B5A9-7454BD7987B7}" srcOrd="0" destOrd="0" parTransId="{A856AFBC-B5A6-464E-ADB8-D341A127AB96}" sibTransId="{275D73C4-20BA-4C9E-8470-EBF244178001}"/>
    <dgm:cxn modelId="{AFC9AAA7-7B63-40E2-9DFE-3F6FA4D853E0}" type="presParOf" srcId="{795159F6-B4B0-4214-BAED-8805FA62C121}" destId="{9F8780E4-0D13-49E0-8CE0-667DDD0A61BD}" srcOrd="0" destOrd="0" presId="urn:microsoft.com/office/officeart/2016/7/layout/LinearArrowProcessNumbered"/>
    <dgm:cxn modelId="{76AB0211-710E-4022-A955-AD4CF6ABB383}" type="presParOf" srcId="{9F8780E4-0D13-49E0-8CE0-667DDD0A61BD}" destId="{4F6195AD-5806-4D42-B97E-80844A1E37BE}" srcOrd="0" destOrd="0" presId="urn:microsoft.com/office/officeart/2016/7/layout/LinearArrowProcessNumbered"/>
    <dgm:cxn modelId="{A0510F77-8C72-436B-BD30-874ACB87B570}" type="presParOf" srcId="{9F8780E4-0D13-49E0-8CE0-667DDD0A61BD}" destId="{D08043A0-E182-46EE-B63A-7209B6C6BD7D}" srcOrd="1" destOrd="0" presId="urn:microsoft.com/office/officeart/2016/7/layout/LinearArrowProcessNumbered"/>
    <dgm:cxn modelId="{30FEFC6A-E4D1-4720-B045-82ADCCE5D7A4}" type="presParOf" srcId="{D08043A0-E182-46EE-B63A-7209B6C6BD7D}" destId="{282BF2F9-E5E7-4320-AED7-2B508FBCD3D9}" srcOrd="0" destOrd="0" presId="urn:microsoft.com/office/officeart/2016/7/layout/LinearArrowProcessNumbered"/>
    <dgm:cxn modelId="{BA34DA0C-2AD0-47CD-83B2-B5BF26B0D631}" type="presParOf" srcId="{D08043A0-E182-46EE-B63A-7209B6C6BD7D}" destId="{F2C72A74-3BF9-4FE4-A1DA-CC6476179D06}" srcOrd="1" destOrd="0" presId="urn:microsoft.com/office/officeart/2016/7/layout/LinearArrowProcessNumbered"/>
    <dgm:cxn modelId="{87838F7A-04A1-439F-AF3C-EEE4BA3CC468}" type="presParOf" srcId="{D08043A0-E182-46EE-B63A-7209B6C6BD7D}" destId="{6C11F88C-7CC8-4B1F-A640-6EB7F13CD011}" srcOrd="2" destOrd="0" presId="urn:microsoft.com/office/officeart/2016/7/layout/LinearArrowProcessNumbered"/>
    <dgm:cxn modelId="{611B6D25-32F4-4DFE-A2DB-723FE8CC13CB}" type="presParOf" srcId="{D08043A0-E182-46EE-B63A-7209B6C6BD7D}" destId="{1A518CFD-ECAF-4941-ABA9-E1BAFD111529}" srcOrd="3" destOrd="0" presId="urn:microsoft.com/office/officeart/2016/7/layout/LinearArrowProcessNumbered"/>
    <dgm:cxn modelId="{0F689B94-C464-4E10-8C0A-E56E657F485D}" type="presParOf" srcId="{9F8780E4-0D13-49E0-8CE0-667DDD0A61BD}" destId="{E2F70FED-15FE-4FFD-A998-B3511DB478F8}" srcOrd="2" destOrd="0" presId="urn:microsoft.com/office/officeart/2016/7/layout/LinearArrowProcessNumbered"/>
    <dgm:cxn modelId="{4FBFA185-2662-4294-A482-9C0D1FA934C2}" type="presParOf" srcId="{795159F6-B4B0-4214-BAED-8805FA62C121}" destId="{2CFE72B2-7B52-4104-9B7D-2FF344C6744F}" srcOrd="1" destOrd="0" presId="urn:microsoft.com/office/officeart/2016/7/layout/LinearArrowProcessNumbered"/>
    <dgm:cxn modelId="{EAC519D1-273F-4686-9004-F7EC4C2A1765}" type="presParOf" srcId="{795159F6-B4B0-4214-BAED-8805FA62C121}" destId="{23F5E848-D5EC-4BB8-9CBE-3C6A26CC9BE9}" srcOrd="2" destOrd="0" presId="urn:microsoft.com/office/officeart/2016/7/layout/LinearArrowProcessNumbered"/>
    <dgm:cxn modelId="{D078E3B1-6A04-42F9-B788-4A30A3CB166A}" type="presParOf" srcId="{23F5E848-D5EC-4BB8-9CBE-3C6A26CC9BE9}" destId="{56DB0E74-C21B-40F5-887F-D32D7E5FFBB8}" srcOrd="0" destOrd="0" presId="urn:microsoft.com/office/officeart/2016/7/layout/LinearArrowProcessNumbered"/>
    <dgm:cxn modelId="{0EF0B6C3-FB67-4B13-BFB4-00262F930010}" type="presParOf" srcId="{23F5E848-D5EC-4BB8-9CBE-3C6A26CC9BE9}" destId="{BCB4917A-EBF9-4B2C-9047-10B810DEE3B8}" srcOrd="1" destOrd="0" presId="urn:microsoft.com/office/officeart/2016/7/layout/LinearArrowProcessNumbered"/>
    <dgm:cxn modelId="{09361DB1-9F95-4B33-892A-58EE9DB08BD5}" type="presParOf" srcId="{BCB4917A-EBF9-4B2C-9047-10B810DEE3B8}" destId="{A5FC19E2-5BB8-4C93-BBC6-F3CB9D599A84}" srcOrd="0" destOrd="0" presId="urn:microsoft.com/office/officeart/2016/7/layout/LinearArrowProcessNumbered"/>
    <dgm:cxn modelId="{3AA68488-84E8-4213-81F0-649F8A722DE2}" type="presParOf" srcId="{BCB4917A-EBF9-4B2C-9047-10B810DEE3B8}" destId="{D3A6C880-65C3-464D-AA2F-3B323F863F62}" srcOrd="1" destOrd="0" presId="urn:microsoft.com/office/officeart/2016/7/layout/LinearArrowProcessNumbered"/>
    <dgm:cxn modelId="{D3B9DA7B-8D36-4B8E-BF1B-FA8E1659F32C}" type="presParOf" srcId="{BCB4917A-EBF9-4B2C-9047-10B810DEE3B8}" destId="{22207FE8-3E1C-4B0B-AD7C-22A0830EA46C}" srcOrd="2" destOrd="0" presId="urn:microsoft.com/office/officeart/2016/7/layout/LinearArrowProcessNumbered"/>
    <dgm:cxn modelId="{5EB17818-C253-4A03-B6BB-426A5B4521ED}" type="presParOf" srcId="{BCB4917A-EBF9-4B2C-9047-10B810DEE3B8}" destId="{C2F5D540-B43C-496C-BA20-7256424C7D29}" srcOrd="3" destOrd="0" presId="urn:microsoft.com/office/officeart/2016/7/layout/LinearArrowProcessNumbered"/>
    <dgm:cxn modelId="{19280D23-EB38-49A6-963E-578D469A71D8}" type="presParOf" srcId="{23F5E848-D5EC-4BB8-9CBE-3C6A26CC9BE9}" destId="{4AB884B8-695B-4DF2-A297-AF622BABE2E3}" srcOrd="2" destOrd="0" presId="urn:microsoft.com/office/officeart/2016/7/layout/LinearArrowProcessNumbered"/>
    <dgm:cxn modelId="{599312F6-79F3-480A-BB50-3F104DCF2C0F}" type="presParOf" srcId="{795159F6-B4B0-4214-BAED-8805FA62C121}" destId="{82464CEF-2A3F-4676-8A06-C491F78686C5}" srcOrd="3" destOrd="0" presId="urn:microsoft.com/office/officeart/2016/7/layout/LinearArrowProcessNumbered"/>
    <dgm:cxn modelId="{0F7EE375-ADC2-4550-9A0A-2EDB6CF06497}" type="presParOf" srcId="{795159F6-B4B0-4214-BAED-8805FA62C121}" destId="{5E99C26A-EE33-470C-AD11-2AE8060C876B}" srcOrd="4" destOrd="0" presId="urn:microsoft.com/office/officeart/2016/7/layout/LinearArrowProcessNumbered"/>
    <dgm:cxn modelId="{3C1627D1-8F52-4C03-A278-8C269572B33C}" type="presParOf" srcId="{5E99C26A-EE33-470C-AD11-2AE8060C876B}" destId="{705565CA-3E88-434B-B619-614310DBC94D}" srcOrd="0" destOrd="0" presId="urn:microsoft.com/office/officeart/2016/7/layout/LinearArrowProcessNumbered"/>
    <dgm:cxn modelId="{1A370B6E-5B75-429D-9A59-B999D64D35CC}" type="presParOf" srcId="{5E99C26A-EE33-470C-AD11-2AE8060C876B}" destId="{ACF2F78B-B9A8-44EB-B349-D9C2691512CA}" srcOrd="1" destOrd="0" presId="urn:microsoft.com/office/officeart/2016/7/layout/LinearArrowProcessNumbered"/>
    <dgm:cxn modelId="{50E553ED-C66A-44AB-994A-0F2C0D2B5DB4}" type="presParOf" srcId="{ACF2F78B-B9A8-44EB-B349-D9C2691512CA}" destId="{21358C6D-B0FE-4F0A-A573-5E97CC348FC7}" srcOrd="0" destOrd="0" presId="urn:microsoft.com/office/officeart/2016/7/layout/LinearArrowProcessNumbered"/>
    <dgm:cxn modelId="{838A848C-42C1-4780-B07F-695416ABFBC1}" type="presParOf" srcId="{ACF2F78B-B9A8-44EB-B349-D9C2691512CA}" destId="{8C52CB46-7F08-4186-A566-3059C63D7DA8}" srcOrd="1" destOrd="0" presId="urn:microsoft.com/office/officeart/2016/7/layout/LinearArrowProcessNumbered"/>
    <dgm:cxn modelId="{6EB7F7EE-CF68-4B33-B281-6EA3D731C441}" type="presParOf" srcId="{ACF2F78B-B9A8-44EB-B349-D9C2691512CA}" destId="{2D9D9F76-CC6E-40A9-B7F3-C340E9B27222}" srcOrd="2" destOrd="0" presId="urn:microsoft.com/office/officeart/2016/7/layout/LinearArrowProcessNumbered"/>
    <dgm:cxn modelId="{A0ED5F03-622A-4BAD-A307-F9C1BCAE043D}" type="presParOf" srcId="{ACF2F78B-B9A8-44EB-B349-D9C2691512CA}" destId="{1FCCC84F-C6D0-4DCE-9A48-CE5134414504}" srcOrd="3" destOrd="0" presId="urn:microsoft.com/office/officeart/2016/7/layout/LinearArrowProcessNumbered"/>
    <dgm:cxn modelId="{B521F2CD-1960-41C8-8FBD-5BCDB4573B97}" type="presParOf" srcId="{5E99C26A-EE33-470C-AD11-2AE8060C876B}" destId="{E4633185-B390-45B6-8B91-1C04DE76D952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ABD7B3-BCC6-4750-8FD1-23240A107FAE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39D003-D718-4925-B9B6-62B5755818EE}">
      <dgm:prSet/>
      <dgm:spPr/>
      <dgm:t>
        <a:bodyPr/>
        <a:lstStyle/>
        <a:p>
          <a:r>
            <a:rPr lang="en-US"/>
            <a:t>✅ APPROVAL TO PROCEED Green light to deploy the system </a:t>
          </a:r>
        </a:p>
      </dgm:t>
    </dgm:pt>
    <dgm:pt modelId="{336A1042-C8C9-4B2C-A6A1-973140E43D24}" type="parTrans" cxnId="{8527F098-CC6D-44F9-A5F3-850AA109B69A}">
      <dgm:prSet/>
      <dgm:spPr/>
      <dgm:t>
        <a:bodyPr/>
        <a:lstStyle/>
        <a:p>
          <a:endParaRPr lang="en-US"/>
        </a:p>
      </dgm:t>
    </dgm:pt>
    <dgm:pt modelId="{70E536E5-9F77-4106-AC77-D40E723135D7}" type="sibTrans" cxnId="{8527F098-CC6D-44F9-A5F3-850AA109B69A}">
      <dgm:prSet/>
      <dgm:spPr/>
      <dgm:t>
        <a:bodyPr/>
        <a:lstStyle/>
        <a:p>
          <a:endParaRPr lang="en-US"/>
        </a:p>
      </dgm:t>
    </dgm:pt>
    <dgm:pt modelId="{78FE76FA-59F5-48F8-9574-827BAD5D51C9}">
      <dgm:prSet/>
      <dgm:spPr/>
      <dgm:t>
        <a:bodyPr/>
        <a:lstStyle/>
        <a:p>
          <a:r>
            <a:rPr lang="en-US"/>
            <a:t>👥 RESOURCES NEEDED </a:t>
          </a:r>
        </a:p>
      </dgm:t>
    </dgm:pt>
    <dgm:pt modelId="{5CD76FE0-4FC0-4E96-BEDB-6A1E63929A3B}" type="parTrans" cxnId="{C46595FB-2C8C-46A1-9A34-808224250782}">
      <dgm:prSet/>
      <dgm:spPr/>
      <dgm:t>
        <a:bodyPr/>
        <a:lstStyle/>
        <a:p>
          <a:endParaRPr lang="en-US"/>
        </a:p>
      </dgm:t>
    </dgm:pt>
    <dgm:pt modelId="{C19589E3-DFB9-4734-91F1-CEC1854DFB89}" type="sibTrans" cxnId="{C46595FB-2C8C-46A1-9A34-808224250782}">
      <dgm:prSet/>
      <dgm:spPr/>
      <dgm:t>
        <a:bodyPr/>
        <a:lstStyle/>
        <a:p>
          <a:endParaRPr lang="en-US"/>
        </a:p>
      </dgm:t>
    </dgm:pt>
    <dgm:pt modelId="{D09D27E0-12D9-4036-9DAE-B2026E261EDA}">
      <dgm:prSet/>
      <dgm:spPr/>
      <dgm:t>
        <a:bodyPr/>
        <a:lstStyle/>
        <a:p>
          <a:r>
            <a:rPr lang="en-US"/>
            <a:t>• 1 developer (2 weeks integration) </a:t>
          </a:r>
        </a:p>
      </dgm:t>
    </dgm:pt>
    <dgm:pt modelId="{2D18DBD2-3823-4202-B036-660E57F48078}" type="parTrans" cxnId="{8D88358F-DA5C-42A8-B08A-8609612DFAEA}">
      <dgm:prSet/>
      <dgm:spPr/>
      <dgm:t>
        <a:bodyPr/>
        <a:lstStyle/>
        <a:p>
          <a:endParaRPr lang="en-US"/>
        </a:p>
      </dgm:t>
    </dgm:pt>
    <dgm:pt modelId="{03E25621-8013-44F8-A692-DB55F4DF907E}" type="sibTrans" cxnId="{8D88358F-DA5C-42A8-B08A-8609612DFAEA}">
      <dgm:prSet/>
      <dgm:spPr/>
      <dgm:t>
        <a:bodyPr/>
        <a:lstStyle/>
        <a:p>
          <a:endParaRPr lang="en-US"/>
        </a:p>
      </dgm:t>
    </dgm:pt>
    <dgm:pt modelId="{313A8D04-7057-47BB-9F40-BF4423057D83}">
      <dgm:prSet/>
      <dgm:spPr/>
      <dgm:t>
        <a:bodyPr/>
        <a:lstStyle/>
        <a:p>
          <a:r>
            <a:rPr lang="en-US"/>
            <a:t>• Marketing team alignment </a:t>
          </a:r>
        </a:p>
      </dgm:t>
    </dgm:pt>
    <dgm:pt modelId="{EA990C23-F2C4-4F49-82B6-FCD207A02589}" type="parTrans" cxnId="{37848678-EF36-4A2A-A51A-318DFF4E2800}">
      <dgm:prSet/>
      <dgm:spPr/>
      <dgm:t>
        <a:bodyPr/>
        <a:lstStyle/>
        <a:p>
          <a:endParaRPr lang="en-US"/>
        </a:p>
      </dgm:t>
    </dgm:pt>
    <dgm:pt modelId="{EAAD026D-885B-4BEC-9FA7-B90EDAB06E63}" type="sibTrans" cxnId="{37848678-EF36-4A2A-A51A-318DFF4E2800}">
      <dgm:prSet/>
      <dgm:spPr/>
      <dgm:t>
        <a:bodyPr/>
        <a:lstStyle/>
        <a:p>
          <a:endParaRPr lang="en-US"/>
        </a:p>
      </dgm:t>
    </dgm:pt>
    <dgm:pt modelId="{9C80C60A-3156-43E2-8739-02E0E223A853}">
      <dgm:prSet/>
      <dgm:spPr/>
      <dgm:t>
        <a:bodyPr/>
        <a:lstStyle/>
        <a:p>
          <a:r>
            <a:rPr lang="en-US"/>
            <a:t>• $50K budget for retention offers (Phase 1) </a:t>
          </a:r>
        </a:p>
      </dgm:t>
    </dgm:pt>
    <dgm:pt modelId="{3C40F414-1C1E-4B92-9F5E-FBF348861BF5}" type="parTrans" cxnId="{FB93BC17-3431-4651-8B8C-A011D8BBEB02}">
      <dgm:prSet/>
      <dgm:spPr/>
      <dgm:t>
        <a:bodyPr/>
        <a:lstStyle/>
        <a:p>
          <a:endParaRPr lang="en-US"/>
        </a:p>
      </dgm:t>
    </dgm:pt>
    <dgm:pt modelId="{5C28EF0D-02D5-4378-ADAF-B438F2BDB20D}" type="sibTrans" cxnId="{FB93BC17-3431-4651-8B8C-A011D8BBEB02}">
      <dgm:prSet/>
      <dgm:spPr/>
      <dgm:t>
        <a:bodyPr/>
        <a:lstStyle/>
        <a:p>
          <a:endParaRPr lang="en-US"/>
        </a:p>
      </dgm:t>
    </dgm:pt>
    <dgm:pt modelId="{23366260-0A62-45B7-A7B2-8701C175FC50}">
      <dgm:prSet/>
      <dgm:spPr/>
      <dgm:t>
        <a:bodyPr/>
        <a:lstStyle/>
        <a:p>
          <a:r>
            <a:rPr lang="en-US"/>
            <a:t>📅 KEY MILESTONES </a:t>
          </a:r>
        </a:p>
      </dgm:t>
    </dgm:pt>
    <dgm:pt modelId="{EFF954D2-6B36-4CC4-B029-D74BB908A49F}" type="parTrans" cxnId="{BFB96A06-B8D1-4FA2-9523-AECAF1CDE3CD}">
      <dgm:prSet/>
      <dgm:spPr/>
      <dgm:t>
        <a:bodyPr/>
        <a:lstStyle/>
        <a:p>
          <a:endParaRPr lang="en-US"/>
        </a:p>
      </dgm:t>
    </dgm:pt>
    <dgm:pt modelId="{EE0AC594-FF9B-4C88-833B-D8FE940C6DE9}" type="sibTrans" cxnId="{BFB96A06-B8D1-4FA2-9523-AECAF1CDE3CD}">
      <dgm:prSet/>
      <dgm:spPr/>
      <dgm:t>
        <a:bodyPr/>
        <a:lstStyle/>
        <a:p>
          <a:endParaRPr lang="en-US"/>
        </a:p>
      </dgm:t>
    </dgm:pt>
    <dgm:pt modelId="{CECEC0CB-C38D-4985-A813-0F15DAD81308}">
      <dgm:prSet/>
      <dgm:spPr/>
      <dgm:t>
        <a:bodyPr/>
        <a:lstStyle/>
        <a:p>
          <a:r>
            <a:rPr lang="en-US"/>
            <a:t>• Week 1: System deployment </a:t>
          </a:r>
        </a:p>
      </dgm:t>
    </dgm:pt>
    <dgm:pt modelId="{35964847-0537-4BEF-B990-31172E644513}" type="parTrans" cxnId="{BB3D1355-E55B-415F-9EA9-8DC35E2A27EF}">
      <dgm:prSet/>
      <dgm:spPr/>
      <dgm:t>
        <a:bodyPr/>
        <a:lstStyle/>
        <a:p>
          <a:endParaRPr lang="en-US"/>
        </a:p>
      </dgm:t>
    </dgm:pt>
    <dgm:pt modelId="{58FF0DC9-D2D5-45FF-93FA-0F28D8716623}" type="sibTrans" cxnId="{BB3D1355-E55B-415F-9EA9-8DC35E2A27EF}">
      <dgm:prSet/>
      <dgm:spPr/>
      <dgm:t>
        <a:bodyPr/>
        <a:lstStyle/>
        <a:p>
          <a:endParaRPr lang="en-US"/>
        </a:p>
      </dgm:t>
    </dgm:pt>
    <dgm:pt modelId="{8F7285DA-7D66-4C81-B657-4DB513375495}">
      <dgm:prSet/>
      <dgm:spPr/>
      <dgm:t>
        <a:bodyPr/>
        <a:lstStyle/>
        <a:p>
          <a:r>
            <a:rPr lang="en-US"/>
            <a:t>• Week 4: First results review </a:t>
          </a:r>
        </a:p>
      </dgm:t>
    </dgm:pt>
    <dgm:pt modelId="{1CF4DD59-A8A7-4AF6-B6F2-4550D014D09E}" type="parTrans" cxnId="{FBFF98E4-262D-45E1-8D23-7E10730F7E52}">
      <dgm:prSet/>
      <dgm:spPr/>
      <dgm:t>
        <a:bodyPr/>
        <a:lstStyle/>
        <a:p>
          <a:endParaRPr lang="en-US"/>
        </a:p>
      </dgm:t>
    </dgm:pt>
    <dgm:pt modelId="{98A2ABCB-AB21-470D-B24E-578DC420E6E4}" type="sibTrans" cxnId="{FBFF98E4-262D-45E1-8D23-7E10730F7E52}">
      <dgm:prSet/>
      <dgm:spPr/>
      <dgm:t>
        <a:bodyPr/>
        <a:lstStyle/>
        <a:p>
          <a:endParaRPr lang="en-US"/>
        </a:p>
      </dgm:t>
    </dgm:pt>
    <dgm:pt modelId="{0B600B33-69DD-4567-A3C9-4F08592298DD}">
      <dgm:prSet/>
      <dgm:spPr/>
      <dgm:t>
        <a:bodyPr/>
        <a:lstStyle/>
        <a:p>
          <a:r>
            <a:rPr lang="en-US"/>
            <a:t>• Week 12: Phase 1 ROI report </a:t>
          </a:r>
        </a:p>
      </dgm:t>
    </dgm:pt>
    <dgm:pt modelId="{1EE8DBE7-EE96-4EDD-AD08-530400BA9529}" type="parTrans" cxnId="{CADC074E-CBE2-4FF6-9AB2-18B9633EF459}">
      <dgm:prSet/>
      <dgm:spPr/>
      <dgm:t>
        <a:bodyPr/>
        <a:lstStyle/>
        <a:p>
          <a:endParaRPr lang="en-US"/>
        </a:p>
      </dgm:t>
    </dgm:pt>
    <dgm:pt modelId="{C64BAB72-3962-4195-AE95-B99E189EA3E7}" type="sibTrans" cxnId="{CADC074E-CBE2-4FF6-9AB2-18B9633EF459}">
      <dgm:prSet/>
      <dgm:spPr/>
      <dgm:t>
        <a:bodyPr/>
        <a:lstStyle/>
        <a:p>
          <a:endParaRPr lang="en-US"/>
        </a:p>
      </dgm:t>
    </dgm:pt>
    <dgm:pt modelId="{EDE7636D-A462-467D-AD68-FD7E114825C6}">
      <dgm:prSet/>
      <dgm:spPr/>
      <dgm:t>
        <a:bodyPr/>
        <a:lstStyle/>
        <a:p>
          <a:r>
            <a:rPr lang="en-US"/>
            <a:t>💬 LET'S DISCUSS </a:t>
          </a:r>
        </a:p>
      </dgm:t>
    </dgm:pt>
    <dgm:pt modelId="{574B7804-2088-48DB-8A1B-53C20C763653}" type="parTrans" cxnId="{7AEF5998-5676-41E6-97E1-80EFE1C942E1}">
      <dgm:prSet/>
      <dgm:spPr/>
      <dgm:t>
        <a:bodyPr/>
        <a:lstStyle/>
        <a:p>
          <a:endParaRPr lang="en-US"/>
        </a:p>
      </dgm:t>
    </dgm:pt>
    <dgm:pt modelId="{5682F34D-D02E-4FB0-82A5-091D1AC0DE07}" type="sibTrans" cxnId="{7AEF5998-5676-41E6-97E1-80EFE1C942E1}">
      <dgm:prSet/>
      <dgm:spPr/>
      <dgm:t>
        <a:bodyPr/>
        <a:lstStyle/>
        <a:p>
          <a:endParaRPr lang="en-US"/>
        </a:p>
      </dgm:t>
    </dgm:pt>
    <dgm:pt modelId="{C3168F90-C4BB-42C1-AC04-1871467EA6D6}">
      <dgm:prSet/>
      <dgm:spPr/>
      <dgm:t>
        <a:bodyPr/>
        <a:lstStyle/>
        <a:p>
          <a:r>
            <a:rPr lang="en-US"/>
            <a:t>Questions? Concerns? Ideas? </a:t>
          </a:r>
        </a:p>
      </dgm:t>
    </dgm:pt>
    <dgm:pt modelId="{E778BB4F-9B8D-48DA-AC94-6389C1BA5DA4}" type="parTrans" cxnId="{15CEB974-5C44-4263-A7F7-785EA8B0BE93}">
      <dgm:prSet/>
      <dgm:spPr/>
      <dgm:t>
        <a:bodyPr/>
        <a:lstStyle/>
        <a:p>
          <a:endParaRPr lang="en-US"/>
        </a:p>
      </dgm:t>
    </dgm:pt>
    <dgm:pt modelId="{8D94E334-ABC0-48E0-802D-35D51E496B82}" type="sibTrans" cxnId="{15CEB974-5C44-4263-A7F7-785EA8B0BE93}">
      <dgm:prSet/>
      <dgm:spPr/>
      <dgm:t>
        <a:bodyPr/>
        <a:lstStyle/>
        <a:p>
          <a:endParaRPr lang="en-US"/>
        </a:p>
      </dgm:t>
    </dgm:pt>
    <dgm:pt modelId="{45F8D661-D02E-46CE-99C2-5357D9FD4996}">
      <dgm:prSet/>
      <dgm:spPr/>
      <dgm:t>
        <a:bodyPr/>
        <a:lstStyle/>
        <a:p>
          <a:r>
            <a:rPr lang="en-US"/>
            <a:t>Thank You!</a:t>
          </a:r>
        </a:p>
      </dgm:t>
    </dgm:pt>
    <dgm:pt modelId="{CD344512-8444-40DB-B652-61E3558A59E1}" type="parTrans" cxnId="{9B3CC0FE-4A06-47DB-9C9B-EBEB8D0D40F7}">
      <dgm:prSet/>
      <dgm:spPr/>
      <dgm:t>
        <a:bodyPr/>
        <a:lstStyle/>
        <a:p>
          <a:endParaRPr lang="en-US"/>
        </a:p>
      </dgm:t>
    </dgm:pt>
    <dgm:pt modelId="{F34FDC81-923C-45E7-B589-608D1A08DA30}" type="sibTrans" cxnId="{9B3CC0FE-4A06-47DB-9C9B-EBEB8D0D40F7}">
      <dgm:prSet/>
      <dgm:spPr/>
      <dgm:t>
        <a:bodyPr/>
        <a:lstStyle/>
        <a:p>
          <a:endParaRPr lang="en-US"/>
        </a:p>
      </dgm:t>
    </dgm:pt>
    <dgm:pt modelId="{2A66577F-7085-48CD-8EB4-66E57AC47808}" type="pres">
      <dgm:prSet presAssocID="{A2ABD7B3-BCC6-4750-8FD1-23240A107FAE}" presName="Name0" presStyleCnt="0">
        <dgm:presLayoutVars>
          <dgm:dir/>
          <dgm:resizeHandles val="exact"/>
        </dgm:presLayoutVars>
      </dgm:prSet>
      <dgm:spPr/>
    </dgm:pt>
    <dgm:pt modelId="{FE837A75-83F5-4AAE-B98E-7A1070EBE229}" type="pres">
      <dgm:prSet presAssocID="{DD39D003-D718-4925-B9B6-62B5755818EE}" presName="node" presStyleLbl="node1" presStyleIdx="0" presStyleCnt="12">
        <dgm:presLayoutVars>
          <dgm:bulletEnabled val="1"/>
        </dgm:presLayoutVars>
      </dgm:prSet>
      <dgm:spPr/>
    </dgm:pt>
    <dgm:pt modelId="{7E242AA0-6961-43DF-A8F2-3EA76F8B665D}" type="pres">
      <dgm:prSet presAssocID="{70E536E5-9F77-4106-AC77-D40E723135D7}" presName="sibTrans" presStyleLbl="sibTrans1D1" presStyleIdx="0" presStyleCnt="11"/>
      <dgm:spPr/>
    </dgm:pt>
    <dgm:pt modelId="{0746BE15-9C22-42DB-BF84-3AF7DA0DE959}" type="pres">
      <dgm:prSet presAssocID="{70E536E5-9F77-4106-AC77-D40E723135D7}" presName="connectorText" presStyleLbl="sibTrans1D1" presStyleIdx="0" presStyleCnt="11"/>
      <dgm:spPr/>
    </dgm:pt>
    <dgm:pt modelId="{F1B35029-0BE2-4F43-BB8A-6273BCE76A50}" type="pres">
      <dgm:prSet presAssocID="{78FE76FA-59F5-48F8-9574-827BAD5D51C9}" presName="node" presStyleLbl="node1" presStyleIdx="1" presStyleCnt="12">
        <dgm:presLayoutVars>
          <dgm:bulletEnabled val="1"/>
        </dgm:presLayoutVars>
      </dgm:prSet>
      <dgm:spPr/>
    </dgm:pt>
    <dgm:pt modelId="{8DDC26E0-ED77-4819-AF56-0B8EFCD0E1FF}" type="pres">
      <dgm:prSet presAssocID="{C19589E3-DFB9-4734-91F1-CEC1854DFB89}" presName="sibTrans" presStyleLbl="sibTrans1D1" presStyleIdx="1" presStyleCnt="11"/>
      <dgm:spPr/>
    </dgm:pt>
    <dgm:pt modelId="{DEE29FEE-B2B6-47F3-9BDB-14BA8DD97556}" type="pres">
      <dgm:prSet presAssocID="{C19589E3-DFB9-4734-91F1-CEC1854DFB89}" presName="connectorText" presStyleLbl="sibTrans1D1" presStyleIdx="1" presStyleCnt="11"/>
      <dgm:spPr/>
    </dgm:pt>
    <dgm:pt modelId="{106D803C-C7FD-40B8-B869-CA8FEC5D5DC0}" type="pres">
      <dgm:prSet presAssocID="{D09D27E0-12D9-4036-9DAE-B2026E261EDA}" presName="node" presStyleLbl="node1" presStyleIdx="2" presStyleCnt="12">
        <dgm:presLayoutVars>
          <dgm:bulletEnabled val="1"/>
        </dgm:presLayoutVars>
      </dgm:prSet>
      <dgm:spPr/>
    </dgm:pt>
    <dgm:pt modelId="{E1A38D16-9F11-45AF-AD3B-30E71A39C554}" type="pres">
      <dgm:prSet presAssocID="{03E25621-8013-44F8-A692-DB55F4DF907E}" presName="sibTrans" presStyleLbl="sibTrans1D1" presStyleIdx="2" presStyleCnt="11"/>
      <dgm:spPr/>
    </dgm:pt>
    <dgm:pt modelId="{2D44ECA8-307A-4181-A636-D793AE0ABC55}" type="pres">
      <dgm:prSet presAssocID="{03E25621-8013-44F8-A692-DB55F4DF907E}" presName="connectorText" presStyleLbl="sibTrans1D1" presStyleIdx="2" presStyleCnt="11"/>
      <dgm:spPr/>
    </dgm:pt>
    <dgm:pt modelId="{EAD670ED-06C6-4AB2-935B-97BB7A0289B7}" type="pres">
      <dgm:prSet presAssocID="{313A8D04-7057-47BB-9F40-BF4423057D83}" presName="node" presStyleLbl="node1" presStyleIdx="3" presStyleCnt="12">
        <dgm:presLayoutVars>
          <dgm:bulletEnabled val="1"/>
        </dgm:presLayoutVars>
      </dgm:prSet>
      <dgm:spPr/>
    </dgm:pt>
    <dgm:pt modelId="{BE3CD0E0-8EF6-428C-9FA2-D28DE941A8DC}" type="pres">
      <dgm:prSet presAssocID="{EAAD026D-885B-4BEC-9FA7-B90EDAB06E63}" presName="sibTrans" presStyleLbl="sibTrans1D1" presStyleIdx="3" presStyleCnt="11"/>
      <dgm:spPr/>
    </dgm:pt>
    <dgm:pt modelId="{B859BB69-338F-4148-9C8B-B1D60CBED839}" type="pres">
      <dgm:prSet presAssocID="{EAAD026D-885B-4BEC-9FA7-B90EDAB06E63}" presName="connectorText" presStyleLbl="sibTrans1D1" presStyleIdx="3" presStyleCnt="11"/>
      <dgm:spPr/>
    </dgm:pt>
    <dgm:pt modelId="{0E3B0868-596F-497D-8F83-B79DF78E4477}" type="pres">
      <dgm:prSet presAssocID="{9C80C60A-3156-43E2-8739-02E0E223A853}" presName="node" presStyleLbl="node1" presStyleIdx="4" presStyleCnt="12">
        <dgm:presLayoutVars>
          <dgm:bulletEnabled val="1"/>
        </dgm:presLayoutVars>
      </dgm:prSet>
      <dgm:spPr/>
    </dgm:pt>
    <dgm:pt modelId="{FB7DB944-41E0-4FBB-97AF-4EC68822CCAE}" type="pres">
      <dgm:prSet presAssocID="{5C28EF0D-02D5-4378-ADAF-B438F2BDB20D}" presName="sibTrans" presStyleLbl="sibTrans1D1" presStyleIdx="4" presStyleCnt="11"/>
      <dgm:spPr/>
    </dgm:pt>
    <dgm:pt modelId="{680F2456-5B46-400B-8AA6-D0A65AFB2CA7}" type="pres">
      <dgm:prSet presAssocID="{5C28EF0D-02D5-4378-ADAF-B438F2BDB20D}" presName="connectorText" presStyleLbl="sibTrans1D1" presStyleIdx="4" presStyleCnt="11"/>
      <dgm:spPr/>
    </dgm:pt>
    <dgm:pt modelId="{BAF58E13-43F9-40F6-A390-7BA4C20490A5}" type="pres">
      <dgm:prSet presAssocID="{23366260-0A62-45B7-A7B2-8701C175FC50}" presName="node" presStyleLbl="node1" presStyleIdx="5" presStyleCnt="12">
        <dgm:presLayoutVars>
          <dgm:bulletEnabled val="1"/>
        </dgm:presLayoutVars>
      </dgm:prSet>
      <dgm:spPr/>
    </dgm:pt>
    <dgm:pt modelId="{0C9E6DBA-D982-4999-A0DC-F2B7660828AB}" type="pres">
      <dgm:prSet presAssocID="{EE0AC594-FF9B-4C88-833B-D8FE940C6DE9}" presName="sibTrans" presStyleLbl="sibTrans1D1" presStyleIdx="5" presStyleCnt="11"/>
      <dgm:spPr/>
    </dgm:pt>
    <dgm:pt modelId="{3E9A4D84-35EC-40A0-882E-F4B75F4F2943}" type="pres">
      <dgm:prSet presAssocID="{EE0AC594-FF9B-4C88-833B-D8FE940C6DE9}" presName="connectorText" presStyleLbl="sibTrans1D1" presStyleIdx="5" presStyleCnt="11"/>
      <dgm:spPr/>
    </dgm:pt>
    <dgm:pt modelId="{6BB6A486-7E5A-49C0-AB10-245ADFD4D922}" type="pres">
      <dgm:prSet presAssocID="{CECEC0CB-C38D-4985-A813-0F15DAD81308}" presName="node" presStyleLbl="node1" presStyleIdx="6" presStyleCnt="12">
        <dgm:presLayoutVars>
          <dgm:bulletEnabled val="1"/>
        </dgm:presLayoutVars>
      </dgm:prSet>
      <dgm:spPr/>
    </dgm:pt>
    <dgm:pt modelId="{F563A1E5-1AE4-4D3C-8E8F-3F4682BE671A}" type="pres">
      <dgm:prSet presAssocID="{58FF0DC9-D2D5-45FF-93FA-0F28D8716623}" presName="sibTrans" presStyleLbl="sibTrans1D1" presStyleIdx="6" presStyleCnt="11"/>
      <dgm:spPr/>
    </dgm:pt>
    <dgm:pt modelId="{58DDB863-A754-46BE-97F9-C0A9240664A0}" type="pres">
      <dgm:prSet presAssocID="{58FF0DC9-D2D5-45FF-93FA-0F28D8716623}" presName="connectorText" presStyleLbl="sibTrans1D1" presStyleIdx="6" presStyleCnt="11"/>
      <dgm:spPr/>
    </dgm:pt>
    <dgm:pt modelId="{F08D6D42-C0A7-4E91-889B-D3AA291D04E1}" type="pres">
      <dgm:prSet presAssocID="{8F7285DA-7D66-4C81-B657-4DB513375495}" presName="node" presStyleLbl="node1" presStyleIdx="7" presStyleCnt="12">
        <dgm:presLayoutVars>
          <dgm:bulletEnabled val="1"/>
        </dgm:presLayoutVars>
      </dgm:prSet>
      <dgm:spPr/>
    </dgm:pt>
    <dgm:pt modelId="{A7DB0642-7CBE-4302-87C9-6B24203B71C9}" type="pres">
      <dgm:prSet presAssocID="{98A2ABCB-AB21-470D-B24E-578DC420E6E4}" presName="sibTrans" presStyleLbl="sibTrans1D1" presStyleIdx="7" presStyleCnt="11"/>
      <dgm:spPr/>
    </dgm:pt>
    <dgm:pt modelId="{C4A7690B-241A-42E2-A826-C6EA38B6BD3E}" type="pres">
      <dgm:prSet presAssocID="{98A2ABCB-AB21-470D-B24E-578DC420E6E4}" presName="connectorText" presStyleLbl="sibTrans1D1" presStyleIdx="7" presStyleCnt="11"/>
      <dgm:spPr/>
    </dgm:pt>
    <dgm:pt modelId="{163185AD-252C-4EC2-B630-C44134B47ABA}" type="pres">
      <dgm:prSet presAssocID="{0B600B33-69DD-4567-A3C9-4F08592298DD}" presName="node" presStyleLbl="node1" presStyleIdx="8" presStyleCnt="12">
        <dgm:presLayoutVars>
          <dgm:bulletEnabled val="1"/>
        </dgm:presLayoutVars>
      </dgm:prSet>
      <dgm:spPr/>
    </dgm:pt>
    <dgm:pt modelId="{B0FD7D55-7AF3-4999-A1BC-EF21409B77B3}" type="pres">
      <dgm:prSet presAssocID="{C64BAB72-3962-4195-AE95-B99E189EA3E7}" presName="sibTrans" presStyleLbl="sibTrans1D1" presStyleIdx="8" presStyleCnt="11"/>
      <dgm:spPr/>
    </dgm:pt>
    <dgm:pt modelId="{2F8E29CC-3DE0-48F4-B488-EF93AF952CF2}" type="pres">
      <dgm:prSet presAssocID="{C64BAB72-3962-4195-AE95-B99E189EA3E7}" presName="connectorText" presStyleLbl="sibTrans1D1" presStyleIdx="8" presStyleCnt="11"/>
      <dgm:spPr/>
    </dgm:pt>
    <dgm:pt modelId="{4AFD38D5-60BF-4E1A-84CB-A34AED5F0B3D}" type="pres">
      <dgm:prSet presAssocID="{EDE7636D-A462-467D-AD68-FD7E114825C6}" presName="node" presStyleLbl="node1" presStyleIdx="9" presStyleCnt="12">
        <dgm:presLayoutVars>
          <dgm:bulletEnabled val="1"/>
        </dgm:presLayoutVars>
      </dgm:prSet>
      <dgm:spPr/>
    </dgm:pt>
    <dgm:pt modelId="{245BE9BE-682C-4ADE-B42D-FA763E41D025}" type="pres">
      <dgm:prSet presAssocID="{5682F34D-D02E-4FB0-82A5-091D1AC0DE07}" presName="sibTrans" presStyleLbl="sibTrans1D1" presStyleIdx="9" presStyleCnt="11"/>
      <dgm:spPr/>
    </dgm:pt>
    <dgm:pt modelId="{E75EFBF8-DBF5-42AC-A091-54879A4BE28E}" type="pres">
      <dgm:prSet presAssocID="{5682F34D-D02E-4FB0-82A5-091D1AC0DE07}" presName="connectorText" presStyleLbl="sibTrans1D1" presStyleIdx="9" presStyleCnt="11"/>
      <dgm:spPr/>
    </dgm:pt>
    <dgm:pt modelId="{4674F808-67DA-4292-AA25-D0D237335710}" type="pres">
      <dgm:prSet presAssocID="{C3168F90-C4BB-42C1-AC04-1871467EA6D6}" presName="node" presStyleLbl="node1" presStyleIdx="10" presStyleCnt="12">
        <dgm:presLayoutVars>
          <dgm:bulletEnabled val="1"/>
        </dgm:presLayoutVars>
      </dgm:prSet>
      <dgm:spPr/>
    </dgm:pt>
    <dgm:pt modelId="{BA66C0F5-5CE7-4A82-A8AB-15F54D17C905}" type="pres">
      <dgm:prSet presAssocID="{8D94E334-ABC0-48E0-802D-35D51E496B82}" presName="sibTrans" presStyleLbl="sibTrans1D1" presStyleIdx="10" presStyleCnt="11"/>
      <dgm:spPr/>
    </dgm:pt>
    <dgm:pt modelId="{6F6BD7D5-9DBE-4872-A478-A755F1A736F9}" type="pres">
      <dgm:prSet presAssocID="{8D94E334-ABC0-48E0-802D-35D51E496B82}" presName="connectorText" presStyleLbl="sibTrans1D1" presStyleIdx="10" presStyleCnt="11"/>
      <dgm:spPr/>
    </dgm:pt>
    <dgm:pt modelId="{47EB3DA8-84B1-4651-9167-187A24ED8D93}" type="pres">
      <dgm:prSet presAssocID="{45F8D661-D02E-46CE-99C2-5357D9FD4996}" presName="node" presStyleLbl="node1" presStyleIdx="11" presStyleCnt="12">
        <dgm:presLayoutVars>
          <dgm:bulletEnabled val="1"/>
        </dgm:presLayoutVars>
      </dgm:prSet>
      <dgm:spPr/>
    </dgm:pt>
  </dgm:ptLst>
  <dgm:cxnLst>
    <dgm:cxn modelId="{99F80703-39D9-4504-9DBD-E0D38B591414}" type="presOf" srcId="{9C80C60A-3156-43E2-8739-02E0E223A853}" destId="{0E3B0868-596F-497D-8F83-B79DF78E4477}" srcOrd="0" destOrd="0" presId="urn:microsoft.com/office/officeart/2016/7/layout/RepeatingBendingProcessNew"/>
    <dgm:cxn modelId="{BFB96A06-B8D1-4FA2-9523-AECAF1CDE3CD}" srcId="{A2ABD7B3-BCC6-4750-8FD1-23240A107FAE}" destId="{23366260-0A62-45B7-A7B2-8701C175FC50}" srcOrd="5" destOrd="0" parTransId="{EFF954D2-6B36-4CC4-B029-D74BB908A49F}" sibTransId="{EE0AC594-FF9B-4C88-833B-D8FE940C6DE9}"/>
    <dgm:cxn modelId="{D06D6307-7A7D-475D-8716-6F5809EE21F0}" type="presOf" srcId="{C64BAB72-3962-4195-AE95-B99E189EA3E7}" destId="{B0FD7D55-7AF3-4999-A1BC-EF21409B77B3}" srcOrd="0" destOrd="0" presId="urn:microsoft.com/office/officeart/2016/7/layout/RepeatingBendingProcessNew"/>
    <dgm:cxn modelId="{EDCF470C-0959-4AE4-A2E1-BAE7EE08DB52}" type="presOf" srcId="{D09D27E0-12D9-4036-9DAE-B2026E261EDA}" destId="{106D803C-C7FD-40B8-B869-CA8FEC5D5DC0}" srcOrd="0" destOrd="0" presId="urn:microsoft.com/office/officeart/2016/7/layout/RepeatingBendingProcessNew"/>
    <dgm:cxn modelId="{A25BE40F-EDF8-4FD9-A38F-2417FF7405EB}" type="presOf" srcId="{CECEC0CB-C38D-4985-A813-0F15DAD81308}" destId="{6BB6A486-7E5A-49C0-AB10-245ADFD4D922}" srcOrd="0" destOrd="0" presId="urn:microsoft.com/office/officeart/2016/7/layout/RepeatingBendingProcessNew"/>
    <dgm:cxn modelId="{9AE11616-875F-40C6-AC04-855373BEA17D}" type="presOf" srcId="{58FF0DC9-D2D5-45FF-93FA-0F28D8716623}" destId="{58DDB863-A754-46BE-97F9-C0A9240664A0}" srcOrd="1" destOrd="0" presId="urn:microsoft.com/office/officeart/2016/7/layout/RepeatingBendingProcessNew"/>
    <dgm:cxn modelId="{FB93BC17-3431-4651-8B8C-A011D8BBEB02}" srcId="{A2ABD7B3-BCC6-4750-8FD1-23240A107FAE}" destId="{9C80C60A-3156-43E2-8739-02E0E223A853}" srcOrd="4" destOrd="0" parTransId="{3C40F414-1C1E-4B92-9F5E-FBF348861BF5}" sibTransId="{5C28EF0D-02D5-4378-ADAF-B438F2BDB20D}"/>
    <dgm:cxn modelId="{A9239E18-4973-4BDF-A881-46C0D828DC24}" type="presOf" srcId="{5682F34D-D02E-4FB0-82A5-091D1AC0DE07}" destId="{E75EFBF8-DBF5-42AC-A091-54879A4BE28E}" srcOrd="1" destOrd="0" presId="urn:microsoft.com/office/officeart/2016/7/layout/RepeatingBendingProcessNew"/>
    <dgm:cxn modelId="{79532D1A-DFC9-4018-8A26-87803BF02533}" type="presOf" srcId="{0B600B33-69DD-4567-A3C9-4F08592298DD}" destId="{163185AD-252C-4EC2-B630-C44134B47ABA}" srcOrd="0" destOrd="0" presId="urn:microsoft.com/office/officeart/2016/7/layout/RepeatingBendingProcessNew"/>
    <dgm:cxn modelId="{3DFC3922-92CE-42E0-BFFF-1E3EB4945E75}" type="presOf" srcId="{8D94E334-ABC0-48E0-802D-35D51E496B82}" destId="{6F6BD7D5-9DBE-4872-A478-A755F1A736F9}" srcOrd="1" destOrd="0" presId="urn:microsoft.com/office/officeart/2016/7/layout/RepeatingBendingProcessNew"/>
    <dgm:cxn modelId="{B2411724-F3CB-442F-9FAB-B43540DC2231}" type="presOf" srcId="{EDE7636D-A462-467D-AD68-FD7E114825C6}" destId="{4AFD38D5-60BF-4E1A-84CB-A34AED5F0B3D}" srcOrd="0" destOrd="0" presId="urn:microsoft.com/office/officeart/2016/7/layout/RepeatingBendingProcessNew"/>
    <dgm:cxn modelId="{56BAE824-58C7-4E0D-8D5E-F2FE471E5284}" type="presOf" srcId="{C64BAB72-3962-4195-AE95-B99E189EA3E7}" destId="{2F8E29CC-3DE0-48F4-B488-EF93AF952CF2}" srcOrd="1" destOrd="0" presId="urn:microsoft.com/office/officeart/2016/7/layout/RepeatingBendingProcessNew"/>
    <dgm:cxn modelId="{61BE5727-06EA-4331-BC57-83D404B03BEC}" type="presOf" srcId="{DD39D003-D718-4925-B9B6-62B5755818EE}" destId="{FE837A75-83F5-4AAE-B98E-7A1070EBE229}" srcOrd="0" destOrd="0" presId="urn:microsoft.com/office/officeart/2016/7/layout/RepeatingBendingProcessNew"/>
    <dgm:cxn modelId="{24F74331-DCCF-4FFA-BC79-652E88EED7C5}" type="presOf" srcId="{45F8D661-D02E-46CE-99C2-5357D9FD4996}" destId="{47EB3DA8-84B1-4651-9167-187A24ED8D93}" srcOrd="0" destOrd="0" presId="urn:microsoft.com/office/officeart/2016/7/layout/RepeatingBendingProcessNew"/>
    <dgm:cxn modelId="{65B83D39-BD7E-41CF-81FC-D809E5AEEA85}" type="presOf" srcId="{5C28EF0D-02D5-4378-ADAF-B438F2BDB20D}" destId="{680F2456-5B46-400B-8AA6-D0A65AFB2CA7}" srcOrd="1" destOrd="0" presId="urn:microsoft.com/office/officeart/2016/7/layout/RepeatingBendingProcessNew"/>
    <dgm:cxn modelId="{097FB73D-49BB-429B-A65E-DAAEB6F51E0B}" type="presOf" srcId="{58FF0DC9-D2D5-45FF-93FA-0F28D8716623}" destId="{F563A1E5-1AE4-4D3C-8E8F-3F4682BE671A}" srcOrd="0" destOrd="0" presId="urn:microsoft.com/office/officeart/2016/7/layout/RepeatingBendingProcessNew"/>
    <dgm:cxn modelId="{D4017C40-C9BE-4535-BA12-5EAAFD6F7082}" type="presOf" srcId="{A2ABD7B3-BCC6-4750-8FD1-23240A107FAE}" destId="{2A66577F-7085-48CD-8EB4-66E57AC47808}" srcOrd="0" destOrd="0" presId="urn:microsoft.com/office/officeart/2016/7/layout/RepeatingBendingProcessNew"/>
    <dgm:cxn modelId="{94D00A44-DF01-45AE-8F46-3FD33F3D50C9}" type="presOf" srcId="{5682F34D-D02E-4FB0-82A5-091D1AC0DE07}" destId="{245BE9BE-682C-4ADE-B42D-FA763E41D025}" srcOrd="0" destOrd="0" presId="urn:microsoft.com/office/officeart/2016/7/layout/RepeatingBendingProcessNew"/>
    <dgm:cxn modelId="{72E3A94B-2860-4D10-BD58-EDD1D83263D4}" type="presOf" srcId="{78FE76FA-59F5-48F8-9574-827BAD5D51C9}" destId="{F1B35029-0BE2-4F43-BB8A-6273BCE76A50}" srcOrd="0" destOrd="0" presId="urn:microsoft.com/office/officeart/2016/7/layout/RepeatingBendingProcessNew"/>
    <dgm:cxn modelId="{CADC074E-CBE2-4FF6-9AB2-18B9633EF459}" srcId="{A2ABD7B3-BCC6-4750-8FD1-23240A107FAE}" destId="{0B600B33-69DD-4567-A3C9-4F08592298DD}" srcOrd="8" destOrd="0" parTransId="{1EE8DBE7-EE96-4EDD-AD08-530400BA9529}" sibTransId="{C64BAB72-3962-4195-AE95-B99E189EA3E7}"/>
    <dgm:cxn modelId="{15CEB974-5C44-4263-A7F7-785EA8B0BE93}" srcId="{A2ABD7B3-BCC6-4750-8FD1-23240A107FAE}" destId="{C3168F90-C4BB-42C1-AC04-1871467EA6D6}" srcOrd="10" destOrd="0" parTransId="{E778BB4F-9B8D-48DA-AC94-6389C1BA5DA4}" sibTransId="{8D94E334-ABC0-48E0-802D-35D51E496B82}"/>
    <dgm:cxn modelId="{BB3D1355-E55B-415F-9EA9-8DC35E2A27EF}" srcId="{A2ABD7B3-BCC6-4750-8FD1-23240A107FAE}" destId="{CECEC0CB-C38D-4985-A813-0F15DAD81308}" srcOrd="6" destOrd="0" parTransId="{35964847-0537-4BEF-B990-31172E644513}" sibTransId="{58FF0DC9-D2D5-45FF-93FA-0F28D8716623}"/>
    <dgm:cxn modelId="{272A1F56-5E3E-4553-B768-22ACF9BEF0E6}" type="presOf" srcId="{8F7285DA-7D66-4C81-B657-4DB513375495}" destId="{F08D6D42-C0A7-4E91-889B-D3AA291D04E1}" srcOrd="0" destOrd="0" presId="urn:microsoft.com/office/officeart/2016/7/layout/RepeatingBendingProcessNew"/>
    <dgm:cxn modelId="{7B737F56-7388-4C05-B42C-E288B9F64DF3}" type="presOf" srcId="{03E25621-8013-44F8-A692-DB55F4DF907E}" destId="{E1A38D16-9F11-45AF-AD3B-30E71A39C554}" srcOrd="0" destOrd="0" presId="urn:microsoft.com/office/officeart/2016/7/layout/RepeatingBendingProcessNew"/>
    <dgm:cxn modelId="{1FD08158-20C2-4675-9D26-EC435482D687}" type="presOf" srcId="{8D94E334-ABC0-48E0-802D-35D51E496B82}" destId="{BA66C0F5-5CE7-4A82-A8AB-15F54D17C905}" srcOrd="0" destOrd="0" presId="urn:microsoft.com/office/officeart/2016/7/layout/RepeatingBendingProcessNew"/>
    <dgm:cxn modelId="{37848678-EF36-4A2A-A51A-318DFF4E2800}" srcId="{A2ABD7B3-BCC6-4750-8FD1-23240A107FAE}" destId="{313A8D04-7057-47BB-9F40-BF4423057D83}" srcOrd="3" destOrd="0" parTransId="{EA990C23-F2C4-4F49-82B6-FCD207A02589}" sibTransId="{EAAD026D-885B-4BEC-9FA7-B90EDAB06E63}"/>
    <dgm:cxn modelId="{11EBD481-2C55-4928-8133-EE0647F2327E}" type="presOf" srcId="{EAAD026D-885B-4BEC-9FA7-B90EDAB06E63}" destId="{BE3CD0E0-8EF6-428C-9FA2-D28DE941A8DC}" srcOrd="0" destOrd="0" presId="urn:microsoft.com/office/officeart/2016/7/layout/RepeatingBendingProcessNew"/>
    <dgm:cxn modelId="{B4B21882-71E3-4E41-95B8-4DAAE1ABC456}" type="presOf" srcId="{5C28EF0D-02D5-4378-ADAF-B438F2BDB20D}" destId="{FB7DB944-41E0-4FBB-97AF-4EC68822CCAE}" srcOrd="0" destOrd="0" presId="urn:microsoft.com/office/officeart/2016/7/layout/RepeatingBendingProcessNew"/>
    <dgm:cxn modelId="{AC0E018C-F377-4EAD-BE44-4AD8DE31BE6F}" type="presOf" srcId="{70E536E5-9F77-4106-AC77-D40E723135D7}" destId="{0746BE15-9C22-42DB-BF84-3AF7DA0DE959}" srcOrd="1" destOrd="0" presId="urn:microsoft.com/office/officeart/2016/7/layout/RepeatingBendingProcessNew"/>
    <dgm:cxn modelId="{8D88358F-DA5C-42A8-B08A-8609612DFAEA}" srcId="{A2ABD7B3-BCC6-4750-8FD1-23240A107FAE}" destId="{D09D27E0-12D9-4036-9DAE-B2026E261EDA}" srcOrd="2" destOrd="0" parTransId="{2D18DBD2-3823-4202-B036-660E57F48078}" sibTransId="{03E25621-8013-44F8-A692-DB55F4DF907E}"/>
    <dgm:cxn modelId="{7AEF5998-5676-41E6-97E1-80EFE1C942E1}" srcId="{A2ABD7B3-BCC6-4750-8FD1-23240A107FAE}" destId="{EDE7636D-A462-467D-AD68-FD7E114825C6}" srcOrd="9" destOrd="0" parTransId="{574B7804-2088-48DB-8A1B-53C20C763653}" sibTransId="{5682F34D-D02E-4FB0-82A5-091D1AC0DE07}"/>
    <dgm:cxn modelId="{8527F098-CC6D-44F9-A5F3-850AA109B69A}" srcId="{A2ABD7B3-BCC6-4750-8FD1-23240A107FAE}" destId="{DD39D003-D718-4925-B9B6-62B5755818EE}" srcOrd="0" destOrd="0" parTransId="{336A1042-C8C9-4B2C-A6A1-973140E43D24}" sibTransId="{70E536E5-9F77-4106-AC77-D40E723135D7}"/>
    <dgm:cxn modelId="{CC2F279A-A37D-4265-A3DE-23FCB9EF97E2}" type="presOf" srcId="{C19589E3-DFB9-4734-91F1-CEC1854DFB89}" destId="{DEE29FEE-B2B6-47F3-9BDB-14BA8DD97556}" srcOrd="1" destOrd="0" presId="urn:microsoft.com/office/officeart/2016/7/layout/RepeatingBendingProcessNew"/>
    <dgm:cxn modelId="{99E60F9B-0FD3-4FEA-9DE3-F75AC0863A65}" type="presOf" srcId="{EE0AC594-FF9B-4C88-833B-D8FE940C6DE9}" destId="{3E9A4D84-35EC-40A0-882E-F4B75F4F2943}" srcOrd="1" destOrd="0" presId="urn:microsoft.com/office/officeart/2016/7/layout/RepeatingBendingProcessNew"/>
    <dgm:cxn modelId="{84991CB0-5A2E-4814-89B0-0FB1D2E7A9DE}" type="presOf" srcId="{98A2ABCB-AB21-470D-B24E-578DC420E6E4}" destId="{A7DB0642-7CBE-4302-87C9-6B24203B71C9}" srcOrd="0" destOrd="0" presId="urn:microsoft.com/office/officeart/2016/7/layout/RepeatingBendingProcessNew"/>
    <dgm:cxn modelId="{E57B88B1-3675-42B4-9039-9FCF7A9E7E1B}" type="presOf" srcId="{313A8D04-7057-47BB-9F40-BF4423057D83}" destId="{EAD670ED-06C6-4AB2-935B-97BB7A0289B7}" srcOrd="0" destOrd="0" presId="urn:microsoft.com/office/officeart/2016/7/layout/RepeatingBendingProcessNew"/>
    <dgm:cxn modelId="{45E2AACA-42CB-42B2-9041-AF57B25AF466}" type="presOf" srcId="{EAAD026D-885B-4BEC-9FA7-B90EDAB06E63}" destId="{B859BB69-338F-4148-9C8B-B1D60CBED839}" srcOrd="1" destOrd="0" presId="urn:microsoft.com/office/officeart/2016/7/layout/RepeatingBendingProcessNew"/>
    <dgm:cxn modelId="{C77994D0-2B63-4F94-8B52-1480DDCFF2B2}" type="presOf" srcId="{98A2ABCB-AB21-470D-B24E-578DC420E6E4}" destId="{C4A7690B-241A-42E2-A826-C6EA38B6BD3E}" srcOrd="1" destOrd="0" presId="urn:microsoft.com/office/officeart/2016/7/layout/RepeatingBendingProcessNew"/>
    <dgm:cxn modelId="{A55D11D1-789D-4351-8491-768560AFD976}" type="presOf" srcId="{C19589E3-DFB9-4734-91F1-CEC1854DFB89}" destId="{8DDC26E0-ED77-4819-AF56-0B8EFCD0E1FF}" srcOrd="0" destOrd="0" presId="urn:microsoft.com/office/officeart/2016/7/layout/RepeatingBendingProcessNew"/>
    <dgm:cxn modelId="{52E3B3D3-0BD0-44BC-9CB3-651759F84E95}" type="presOf" srcId="{C3168F90-C4BB-42C1-AC04-1871467EA6D6}" destId="{4674F808-67DA-4292-AA25-D0D237335710}" srcOrd="0" destOrd="0" presId="urn:microsoft.com/office/officeart/2016/7/layout/RepeatingBendingProcessNew"/>
    <dgm:cxn modelId="{684F8DD5-334D-408B-8796-7FFBB60BE810}" type="presOf" srcId="{70E536E5-9F77-4106-AC77-D40E723135D7}" destId="{7E242AA0-6961-43DF-A8F2-3EA76F8B665D}" srcOrd="0" destOrd="0" presId="urn:microsoft.com/office/officeart/2016/7/layout/RepeatingBendingProcessNew"/>
    <dgm:cxn modelId="{B958F5D6-6740-4C07-A598-3BACC7222008}" type="presOf" srcId="{EE0AC594-FF9B-4C88-833B-D8FE940C6DE9}" destId="{0C9E6DBA-D982-4999-A0DC-F2B7660828AB}" srcOrd="0" destOrd="0" presId="urn:microsoft.com/office/officeart/2016/7/layout/RepeatingBendingProcessNew"/>
    <dgm:cxn modelId="{89FCD8DE-134E-4838-A061-7EA5771624D9}" type="presOf" srcId="{03E25621-8013-44F8-A692-DB55F4DF907E}" destId="{2D44ECA8-307A-4181-A636-D793AE0ABC55}" srcOrd="1" destOrd="0" presId="urn:microsoft.com/office/officeart/2016/7/layout/RepeatingBendingProcessNew"/>
    <dgm:cxn modelId="{FBFF98E4-262D-45E1-8D23-7E10730F7E52}" srcId="{A2ABD7B3-BCC6-4750-8FD1-23240A107FAE}" destId="{8F7285DA-7D66-4C81-B657-4DB513375495}" srcOrd="7" destOrd="0" parTransId="{1CF4DD59-A8A7-4AF6-B6F2-4550D014D09E}" sibTransId="{98A2ABCB-AB21-470D-B24E-578DC420E6E4}"/>
    <dgm:cxn modelId="{B74AAFEA-8981-4166-B5D4-0B16DB176D1E}" type="presOf" srcId="{23366260-0A62-45B7-A7B2-8701C175FC50}" destId="{BAF58E13-43F9-40F6-A390-7BA4C20490A5}" srcOrd="0" destOrd="0" presId="urn:microsoft.com/office/officeart/2016/7/layout/RepeatingBendingProcessNew"/>
    <dgm:cxn modelId="{C46595FB-2C8C-46A1-9A34-808224250782}" srcId="{A2ABD7B3-BCC6-4750-8FD1-23240A107FAE}" destId="{78FE76FA-59F5-48F8-9574-827BAD5D51C9}" srcOrd="1" destOrd="0" parTransId="{5CD76FE0-4FC0-4E96-BEDB-6A1E63929A3B}" sibTransId="{C19589E3-DFB9-4734-91F1-CEC1854DFB89}"/>
    <dgm:cxn modelId="{9B3CC0FE-4A06-47DB-9C9B-EBEB8D0D40F7}" srcId="{A2ABD7B3-BCC6-4750-8FD1-23240A107FAE}" destId="{45F8D661-D02E-46CE-99C2-5357D9FD4996}" srcOrd="11" destOrd="0" parTransId="{CD344512-8444-40DB-B652-61E3558A59E1}" sibTransId="{F34FDC81-923C-45E7-B589-608D1A08DA30}"/>
    <dgm:cxn modelId="{26B05CA4-880C-4AB3-8567-B70BDD88F25F}" type="presParOf" srcId="{2A66577F-7085-48CD-8EB4-66E57AC47808}" destId="{FE837A75-83F5-4AAE-B98E-7A1070EBE229}" srcOrd="0" destOrd="0" presId="urn:microsoft.com/office/officeart/2016/7/layout/RepeatingBendingProcessNew"/>
    <dgm:cxn modelId="{03C3A0F5-62C9-47F8-B55D-96A83DF781F6}" type="presParOf" srcId="{2A66577F-7085-48CD-8EB4-66E57AC47808}" destId="{7E242AA0-6961-43DF-A8F2-3EA76F8B665D}" srcOrd="1" destOrd="0" presId="urn:microsoft.com/office/officeart/2016/7/layout/RepeatingBendingProcessNew"/>
    <dgm:cxn modelId="{BF2EB448-6471-4562-B7A2-E8DEED8EDEC9}" type="presParOf" srcId="{7E242AA0-6961-43DF-A8F2-3EA76F8B665D}" destId="{0746BE15-9C22-42DB-BF84-3AF7DA0DE959}" srcOrd="0" destOrd="0" presId="urn:microsoft.com/office/officeart/2016/7/layout/RepeatingBendingProcessNew"/>
    <dgm:cxn modelId="{3ABFE6E0-266E-4488-97FF-B5C745ECE57A}" type="presParOf" srcId="{2A66577F-7085-48CD-8EB4-66E57AC47808}" destId="{F1B35029-0BE2-4F43-BB8A-6273BCE76A50}" srcOrd="2" destOrd="0" presId="urn:microsoft.com/office/officeart/2016/7/layout/RepeatingBendingProcessNew"/>
    <dgm:cxn modelId="{5361427B-4693-415C-B024-6D5A344CDAB3}" type="presParOf" srcId="{2A66577F-7085-48CD-8EB4-66E57AC47808}" destId="{8DDC26E0-ED77-4819-AF56-0B8EFCD0E1FF}" srcOrd="3" destOrd="0" presId="urn:microsoft.com/office/officeart/2016/7/layout/RepeatingBendingProcessNew"/>
    <dgm:cxn modelId="{0EC2C6E1-2B49-4409-9821-26BB63AD9D80}" type="presParOf" srcId="{8DDC26E0-ED77-4819-AF56-0B8EFCD0E1FF}" destId="{DEE29FEE-B2B6-47F3-9BDB-14BA8DD97556}" srcOrd="0" destOrd="0" presId="urn:microsoft.com/office/officeart/2016/7/layout/RepeatingBendingProcessNew"/>
    <dgm:cxn modelId="{AF30193B-7402-468F-B21A-3C48FBA62A4F}" type="presParOf" srcId="{2A66577F-7085-48CD-8EB4-66E57AC47808}" destId="{106D803C-C7FD-40B8-B869-CA8FEC5D5DC0}" srcOrd="4" destOrd="0" presId="urn:microsoft.com/office/officeart/2016/7/layout/RepeatingBendingProcessNew"/>
    <dgm:cxn modelId="{81C92416-BD7F-4AFB-B159-77872FD069F8}" type="presParOf" srcId="{2A66577F-7085-48CD-8EB4-66E57AC47808}" destId="{E1A38D16-9F11-45AF-AD3B-30E71A39C554}" srcOrd="5" destOrd="0" presId="urn:microsoft.com/office/officeart/2016/7/layout/RepeatingBendingProcessNew"/>
    <dgm:cxn modelId="{8BFA1B49-0296-4BE2-9081-A08D21BE2D0E}" type="presParOf" srcId="{E1A38D16-9F11-45AF-AD3B-30E71A39C554}" destId="{2D44ECA8-307A-4181-A636-D793AE0ABC55}" srcOrd="0" destOrd="0" presId="urn:microsoft.com/office/officeart/2016/7/layout/RepeatingBendingProcessNew"/>
    <dgm:cxn modelId="{9A86CAA0-F8D7-482E-A7A5-5907CD0880B3}" type="presParOf" srcId="{2A66577F-7085-48CD-8EB4-66E57AC47808}" destId="{EAD670ED-06C6-4AB2-935B-97BB7A0289B7}" srcOrd="6" destOrd="0" presId="urn:microsoft.com/office/officeart/2016/7/layout/RepeatingBendingProcessNew"/>
    <dgm:cxn modelId="{4D7967DD-41A9-4E7C-8631-76808D03F2C6}" type="presParOf" srcId="{2A66577F-7085-48CD-8EB4-66E57AC47808}" destId="{BE3CD0E0-8EF6-428C-9FA2-D28DE941A8DC}" srcOrd="7" destOrd="0" presId="urn:microsoft.com/office/officeart/2016/7/layout/RepeatingBendingProcessNew"/>
    <dgm:cxn modelId="{597B7373-EBC4-434B-84B6-CAB49D720834}" type="presParOf" srcId="{BE3CD0E0-8EF6-428C-9FA2-D28DE941A8DC}" destId="{B859BB69-338F-4148-9C8B-B1D60CBED839}" srcOrd="0" destOrd="0" presId="urn:microsoft.com/office/officeart/2016/7/layout/RepeatingBendingProcessNew"/>
    <dgm:cxn modelId="{00B8288A-240A-4B96-B80B-710E78DBCDC8}" type="presParOf" srcId="{2A66577F-7085-48CD-8EB4-66E57AC47808}" destId="{0E3B0868-596F-497D-8F83-B79DF78E4477}" srcOrd="8" destOrd="0" presId="urn:microsoft.com/office/officeart/2016/7/layout/RepeatingBendingProcessNew"/>
    <dgm:cxn modelId="{1E3DC18D-F63E-41B2-AE9C-51F772D6D866}" type="presParOf" srcId="{2A66577F-7085-48CD-8EB4-66E57AC47808}" destId="{FB7DB944-41E0-4FBB-97AF-4EC68822CCAE}" srcOrd="9" destOrd="0" presId="urn:microsoft.com/office/officeart/2016/7/layout/RepeatingBendingProcessNew"/>
    <dgm:cxn modelId="{88D0AC91-29BD-418C-A591-B2F742BB8E44}" type="presParOf" srcId="{FB7DB944-41E0-4FBB-97AF-4EC68822CCAE}" destId="{680F2456-5B46-400B-8AA6-D0A65AFB2CA7}" srcOrd="0" destOrd="0" presId="urn:microsoft.com/office/officeart/2016/7/layout/RepeatingBendingProcessNew"/>
    <dgm:cxn modelId="{84684247-FF67-4207-8C38-CAC23005E0CD}" type="presParOf" srcId="{2A66577F-7085-48CD-8EB4-66E57AC47808}" destId="{BAF58E13-43F9-40F6-A390-7BA4C20490A5}" srcOrd="10" destOrd="0" presId="urn:microsoft.com/office/officeart/2016/7/layout/RepeatingBendingProcessNew"/>
    <dgm:cxn modelId="{87B5F2E9-C0C3-4A0A-A071-1260E1C42382}" type="presParOf" srcId="{2A66577F-7085-48CD-8EB4-66E57AC47808}" destId="{0C9E6DBA-D982-4999-A0DC-F2B7660828AB}" srcOrd="11" destOrd="0" presId="urn:microsoft.com/office/officeart/2016/7/layout/RepeatingBendingProcessNew"/>
    <dgm:cxn modelId="{B1E4E4A4-B4DF-4247-B7D7-7A854A25E835}" type="presParOf" srcId="{0C9E6DBA-D982-4999-A0DC-F2B7660828AB}" destId="{3E9A4D84-35EC-40A0-882E-F4B75F4F2943}" srcOrd="0" destOrd="0" presId="urn:microsoft.com/office/officeart/2016/7/layout/RepeatingBendingProcessNew"/>
    <dgm:cxn modelId="{067882BA-C992-4216-8619-9670FBDF0A3B}" type="presParOf" srcId="{2A66577F-7085-48CD-8EB4-66E57AC47808}" destId="{6BB6A486-7E5A-49C0-AB10-245ADFD4D922}" srcOrd="12" destOrd="0" presId="urn:microsoft.com/office/officeart/2016/7/layout/RepeatingBendingProcessNew"/>
    <dgm:cxn modelId="{DFA6D931-1DF4-48B4-9047-1B4A934085FF}" type="presParOf" srcId="{2A66577F-7085-48CD-8EB4-66E57AC47808}" destId="{F563A1E5-1AE4-4D3C-8E8F-3F4682BE671A}" srcOrd="13" destOrd="0" presId="urn:microsoft.com/office/officeart/2016/7/layout/RepeatingBendingProcessNew"/>
    <dgm:cxn modelId="{3A571FED-30EF-4236-828F-AB5409FB1871}" type="presParOf" srcId="{F563A1E5-1AE4-4D3C-8E8F-3F4682BE671A}" destId="{58DDB863-A754-46BE-97F9-C0A9240664A0}" srcOrd="0" destOrd="0" presId="urn:microsoft.com/office/officeart/2016/7/layout/RepeatingBendingProcessNew"/>
    <dgm:cxn modelId="{07173E59-0123-4E51-8EBA-1E6C7CC44E15}" type="presParOf" srcId="{2A66577F-7085-48CD-8EB4-66E57AC47808}" destId="{F08D6D42-C0A7-4E91-889B-D3AA291D04E1}" srcOrd="14" destOrd="0" presId="urn:microsoft.com/office/officeart/2016/7/layout/RepeatingBendingProcessNew"/>
    <dgm:cxn modelId="{59493F0D-7541-4F32-AA46-9002F0D178B4}" type="presParOf" srcId="{2A66577F-7085-48CD-8EB4-66E57AC47808}" destId="{A7DB0642-7CBE-4302-87C9-6B24203B71C9}" srcOrd="15" destOrd="0" presId="urn:microsoft.com/office/officeart/2016/7/layout/RepeatingBendingProcessNew"/>
    <dgm:cxn modelId="{6B12F17B-8264-4CD5-8210-33B8D714DDA2}" type="presParOf" srcId="{A7DB0642-7CBE-4302-87C9-6B24203B71C9}" destId="{C4A7690B-241A-42E2-A826-C6EA38B6BD3E}" srcOrd="0" destOrd="0" presId="urn:microsoft.com/office/officeart/2016/7/layout/RepeatingBendingProcessNew"/>
    <dgm:cxn modelId="{29EBED41-F77B-4E44-9586-275DAD520BD2}" type="presParOf" srcId="{2A66577F-7085-48CD-8EB4-66E57AC47808}" destId="{163185AD-252C-4EC2-B630-C44134B47ABA}" srcOrd="16" destOrd="0" presId="urn:microsoft.com/office/officeart/2016/7/layout/RepeatingBendingProcessNew"/>
    <dgm:cxn modelId="{62AC2C53-886E-443D-9A6D-E6FEA3B4A3A4}" type="presParOf" srcId="{2A66577F-7085-48CD-8EB4-66E57AC47808}" destId="{B0FD7D55-7AF3-4999-A1BC-EF21409B77B3}" srcOrd="17" destOrd="0" presId="urn:microsoft.com/office/officeart/2016/7/layout/RepeatingBendingProcessNew"/>
    <dgm:cxn modelId="{9AFC5F1E-5414-494B-BFFA-6929875D07CB}" type="presParOf" srcId="{B0FD7D55-7AF3-4999-A1BC-EF21409B77B3}" destId="{2F8E29CC-3DE0-48F4-B488-EF93AF952CF2}" srcOrd="0" destOrd="0" presId="urn:microsoft.com/office/officeart/2016/7/layout/RepeatingBendingProcessNew"/>
    <dgm:cxn modelId="{B85450AE-F1A5-43FD-900A-07A73934605F}" type="presParOf" srcId="{2A66577F-7085-48CD-8EB4-66E57AC47808}" destId="{4AFD38D5-60BF-4E1A-84CB-A34AED5F0B3D}" srcOrd="18" destOrd="0" presId="urn:microsoft.com/office/officeart/2016/7/layout/RepeatingBendingProcessNew"/>
    <dgm:cxn modelId="{D9E58AC5-AF7D-4C24-BD07-74DAD0690171}" type="presParOf" srcId="{2A66577F-7085-48CD-8EB4-66E57AC47808}" destId="{245BE9BE-682C-4ADE-B42D-FA763E41D025}" srcOrd="19" destOrd="0" presId="urn:microsoft.com/office/officeart/2016/7/layout/RepeatingBendingProcessNew"/>
    <dgm:cxn modelId="{389143BA-A44B-4753-BB7C-68DB48195342}" type="presParOf" srcId="{245BE9BE-682C-4ADE-B42D-FA763E41D025}" destId="{E75EFBF8-DBF5-42AC-A091-54879A4BE28E}" srcOrd="0" destOrd="0" presId="urn:microsoft.com/office/officeart/2016/7/layout/RepeatingBendingProcessNew"/>
    <dgm:cxn modelId="{BAF9CBA6-E40B-4018-8FE3-CE2D8F063EF1}" type="presParOf" srcId="{2A66577F-7085-48CD-8EB4-66E57AC47808}" destId="{4674F808-67DA-4292-AA25-D0D237335710}" srcOrd="20" destOrd="0" presId="urn:microsoft.com/office/officeart/2016/7/layout/RepeatingBendingProcessNew"/>
    <dgm:cxn modelId="{D0307578-3B42-4B1A-89CD-6274BFA79310}" type="presParOf" srcId="{2A66577F-7085-48CD-8EB4-66E57AC47808}" destId="{BA66C0F5-5CE7-4A82-A8AB-15F54D17C905}" srcOrd="21" destOrd="0" presId="urn:microsoft.com/office/officeart/2016/7/layout/RepeatingBendingProcessNew"/>
    <dgm:cxn modelId="{FEB6BAEF-BBEB-463A-846B-4063A8303BCB}" type="presParOf" srcId="{BA66C0F5-5CE7-4A82-A8AB-15F54D17C905}" destId="{6F6BD7D5-9DBE-4872-A478-A755F1A736F9}" srcOrd="0" destOrd="0" presId="urn:microsoft.com/office/officeart/2016/7/layout/RepeatingBendingProcessNew"/>
    <dgm:cxn modelId="{AEB50081-8E59-4BEE-980B-EC9502D4D165}" type="presParOf" srcId="{2A66577F-7085-48CD-8EB4-66E57AC47808}" destId="{47EB3DA8-84B1-4651-9167-187A24ED8D93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E321A6-9908-4C63-BE2F-59BEC9B9971C}">
      <dsp:nvSpPr>
        <dsp:cNvPr id="0" name=""/>
        <dsp:cNvSpPr/>
      </dsp:nvSpPr>
      <dsp:spPr>
        <a:xfrm>
          <a:off x="0" y="1310719"/>
          <a:ext cx="6666833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F4D659-35BE-418C-B162-CD60760F6DF2}">
      <dsp:nvSpPr>
        <dsp:cNvPr id="0" name=""/>
        <dsp:cNvSpPr/>
      </dsp:nvSpPr>
      <dsp:spPr>
        <a:xfrm>
          <a:off x="333341" y="897439"/>
          <a:ext cx="4666783" cy="8265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Presented by: Ali Mohamed</a:t>
          </a:r>
        </a:p>
      </dsp:txBody>
      <dsp:txXfrm>
        <a:off x="373690" y="937788"/>
        <a:ext cx="4586085" cy="745862"/>
      </dsp:txXfrm>
    </dsp:sp>
    <dsp:sp modelId="{80FE7160-FB60-40A6-9964-937B38FA31BB}">
      <dsp:nvSpPr>
        <dsp:cNvPr id="0" name=""/>
        <dsp:cNvSpPr/>
      </dsp:nvSpPr>
      <dsp:spPr>
        <a:xfrm>
          <a:off x="0" y="2580799"/>
          <a:ext cx="6666833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13769-32D3-4686-BE22-3CCA873517BB}">
      <dsp:nvSpPr>
        <dsp:cNvPr id="0" name=""/>
        <dsp:cNvSpPr/>
      </dsp:nvSpPr>
      <dsp:spPr>
        <a:xfrm>
          <a:off x="333341" y="2167519"/>
          <a:ext cx="4666783" cy="8265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 Scientist</a:t>
          </a:r>
        </a:p>
      </dsp:txBody>
      <dsp:txXfrm>
        <a:off x="373690" y="2207868"/>
        <a:ext cx="4586085" cy="745862"/>
      </dsp:txXfrm>
    </dsp:sp>
    <dsp:sp modelId="{E45B3EE8-5E1D-4BFD-92C4-D389BD79CF2B}">
      <dsp:nvSpPr>
        <dsp:cNvPr id="0" name=""/>
        <dsp:cNvSpPr/>
      </dsp:nvSpPr>
      <dsp:spPr>
        <a:xfrm>
          <a:off x="0" y="3850880"/>
          <a:ext cx="6666833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2926C9-2CD7-4FFC-9748-355BCF200E34}">
      <dsp:nvSpPr>
        <dsp:cNvPr id="0" name=""/>
        <dsp:cNvSpPr/>
      </dsp:nvSpPr>
      <dsp:spPr>
        <a:xfrm>
          <a:off x="333341" y="3437600"/>
          <a:ext cx="4666783" cy="8265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May 2026</a:t>
          </a:r>
        </a:p>
      </dsp:txBody>
      <dsp:txXfrm>
        <a:off x="373690" y="3477949"/>
        <a:ext cx="4586085" cy="745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4A5BC-BE42-4A4E-A12E-A9F74F4C561C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6A47E71B-9C6A-4C93-83A7-117F192604B8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🔴 SEGMENT 1: New Customers (First Year)</a:t>
          </a:r>
        </a:p>
      </dsp:txBody>
      <dsp:txXfrm>
        <a:off x="748607" y="2795"/>
        <a:ext cx="1922896" cy="1153737"/>
      </dsp:txXfrm>
    </dsp:sp>
    <dsp:sp modelId="{57C0B15D-18E2-4540-ABAB-7BACA71CBBCB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44F23B5B-4586-4BEA-BF4B-A9C50F9641A0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Churn Rate: 47% </a:t>
          </a:r>
        </a:p>
      </dsp:txBody>
      <dsp:txXfrm>
        <a:off x="3113770" y="2795"/>
        <a:ext cx="1922896" cy="1153737"/>
      </dsp:txXfrm>
    </dsp:sp>
    <dsp:sp modelId="{89940728-CC3E-423C-ABB3-73C239B1AB8E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A8643E12-1C27-402A-9F71-30264ACFBCF6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Why: Haven't built loyalty yet </a:t>
          </a:r>
        </a:p>
      </dsp:txBody>
      <dsp:txXfrm>
        <a:off x="5478933" y="2795"/>
        <a:ext cx="1922896" cy="1153737"/>
      </dsp:txXfrm>
    </dsp:sp>
    <dsp:sp modelId="{7437012B-2E9F-4A9C-AFE1-32714FB1F7B7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E6A914CF-1513-4820-8F53-C6A5142EEE4E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Recommended Action: Onboarding program </a:t>
          </a:r>
        </a:p>
      </dsp:txBody>
      <dsp:txXfrm>
        <a:off x="7844095" y="2795"/>
        <a:ext cx="1922896" cy="1153737"/>
      </dsp:txXfrm>
    </dsp:sp>
    <dsp:sp modelId="{7D4830C4-16FA-485A-8DD4-4AE7E91512C8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123AE6D1-41AA-49A1-AD32-FF5C7364832B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🔴 SEGMENT 2: Month-to-Month Contracts</a:t>
          </a:r>
        </a:p>
      </dsp:txBody>
      <dsp:txXfrm>
        <a:off x="748607" y="1598800"/>
        <a:ext cx="1922896" cy="1153737"/>
      </dsp:txXfrm>
    </dsp:sp>
    <dsp:sp modelId="{1A37D353-53C8-4829-9623-9595E9DBDA0C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88D22E5E-56B6-4F27-BF03-C5299870395F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Churn Rate: 43%</a:t>
          </a:r>
        </a:p>
      </dsp:txBody>
      <dsp:txXfrm>
        <a:off x="3113770" y="1598800"/>
        <a:ext cx="1922896" cy="1153737"/>
      </dsp:txXfrm>
    </dsp:sp>
    <dsp:sp modelId="{54D4D532-7C7D-4463-A9A8-64EA6F9B5F81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B48DF351-E2CF-4EDE-9631-D4B150DCA62E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Why: No commitment, easy to leave </a:t>
          </a:r>
        </a:p>
      </dsp:txBody>
      <dsp:txXfrm>
        <a:off x="5478933" y="1598800"/>
        <a:ext cx="1922896" cy="1153737"/>
      </dsp:txXfrm>
    </dsp:sp>
    <dsp:sp modelId="{A42CBD42-5E4A-41AD-AE0F-BA9C363333DD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93BE8F1F-B5BA-4497-A8AE-AD9AB7BBCA1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Recommended Action: Push annual contracts </a:t>
          </a:r>
        </a:p>
      </dsp:txBody>
      <dsp:txXfrm>
        <a:off x="7844095" y="1598800"/>
        <a:ext cx="1922896" cy="1153737"/>
      </dsp:txXfrm>
    </dsp:sp>
    <dsp:sp modelId="{F7277FEB-F03F-4B79-BE5C-0A6A336D6811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968E0C3F-3CDC-4623-865B-05115074F691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🔴 SEGMENT 3: Fiber Optic Users </a:t>
          </a:r>
        </a:p>
      </dsp:txBody>
      <dsp:txXfrm>
        <a:off x="748607" y="3194804"/>
        <a:ext cx="1922896" cy="1153737"/>
      </dsp:txXfrm>
    </dsp:sp>
    <dsp:sp modelId="{8D7A910D-F2C5-42C8-98D2-4EA73B121B65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634FCFA0-497A-46D2-BFC3-6702E051BF44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Churn Rate: 42% </a:t>
          </a:r>
        </a:p>
      </dsp:txBody>
      <dsp:txXfrm>
        <a:off x="3113770" y="3194804"/>
        <a:ext cx="1922896" cy="1153737"/>
      </dsp:txXfrm>
    </dsp:sp>
    <dsp:sp modelId="{188EF307-F772-4155-BC0B-C48227047EFB}">
      <dsp:nvSpPr>
        <dsp:cNvPr id="0" name=""/>
        <dsp:cNvSpPr/>
      </dsp:nvSpPr>
      <dsp:spPr>
        <a:xfrm>
          <a:off x="7400029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3769461"/>
        <a:ext cx="22113" cy="4422"/>
      </dsp:txXfrm>
    </dsp:sp>
    <dsp:sp modelId="{A4079EA3-C674-4448-9EEB-2217A2272C24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Why: Possible service quality issues </a:t>
          </a:r>
        </a:p>
      </dsp:txBody>
      <dsp:txXfrm>
        <a:off x="5478933" y="3194804"/>
        <a:ext cx="1922896" cy="1153737"/>
      </dsp:txXfrm>
    </dsp:sp>
    <dsp:sp modelId="{BDA6EEFA-A474-494E-B411-6E1287D3C2BA}">
      <dsp:nvSpPr>
        <dsp:cNvPr id="0" name=""/>
        <dsp:cNvSpPr/>
      </dsp:nvSpPr>
      <dsp:spPr>
        <a:xfrm>
          <a:off x="7844095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Recommended Action: Immediate investigation</a:t>
          </a:r>
        </a:p>
      </dsp:txBody>
      <dsp:txXfrm>
        <a:off x="7844095" y="3194804"/>
        <a:ext cx="1922896" cy="11537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BF2F9-E5E7-4320-AED7-2B508FBCD3D9}">
      <dsp:nvSpPr>
        <dsp:cNvPr id="0" name=""/>
        <dsp:cNvSpPr/>
      </dsp:nvSpPr>
      <dsp:spPr>
        <a:xfrm>
          <a:off x="1828415" y="759851"/>
          <a:ext cx="1454199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72A74-3BF9-4FE4-A1DA-CC6476179D06}">
      <dsp:nvSpPr>
        <dsp:cNvPr id="0" name=""/>
        <dsp:cNvSpPr/>
      </dsp:nvSpPr>
      <dsp:spPr>
        <a:xfrm>
          <a:off x="3369867" y="641951"/>
          <a:ext cx="167232" cy="30221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841840"/>
            <a:satOff val="-7779"/>
            <a:lumOff val="-8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841840"/>
              <a:satOff val="-7779"/>
              <a:lumOff val="-8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1F88C-7CC8-4B1F-A640-6EB7F13CD011}">
      <dsp:nvSpPr>
        <dsp:cNvPr id="0" name=""/>
        <dsp:cNvSpPr/>
      </dsp:nvSpPr>
      <dsp:spPr>
        <a:xfrm>
          <a:off x="887012" y="259"/>
          <a:ext cx="1519256" cy="15192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956" tIns="58956" rIns="58956" bIns="58956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1</a:t>
          </a:r>
        </a:p>
      </dsp:txBody>
      <dsp:txXfrm>
        <a:off x="1109502" y="222749"/>
        <a:ext cx="1074276" cy="1074276"/>
      </dsp:txXfrm>
    </dsp:sp>
    <dsp:sp modelId="{E2F70FED-15FE-4FFD-A998-B3511DB478F8}">
      <dsp:nvSpPr>
        <dsp:cNvPr id="0" name=""/>
        <dsp:cNvSpPr/>
      </dsp:nvSpPr>
      <dsp:spPr>
        <a:xfrm>
          <a:off x="10666" y="1684800"/>
          <a:ext cx="3271948" cy="2004605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95" tIns="165100" rIns="25809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PHASE 1: Quick Wins (Weeks 1-2) ━━━━━━━━━━━━━━━━━━━✅ Deploy AI system to production </a:t>
          </a:r>
          <a:endParaRPr lang="ar-EG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✅ Train customer service team on risk scores </a:t>
          </a:r>
          <a:endParaRPr lang="ar-EG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✅ Launch "Save Campaign" for top-100 at-risk</a:t>
          </a:r>
        </a:p>
      </dsp:txBody>
      <dsp:txXfrm>
        <a:off x="10666" y="2085721"/>
        <a:ext cx="3271948" cy="1603684"/>
      </dsp:txXfrm>
    </dsp:sp>
    <dsp:sp modelId="{A5FC19E2-5BB8-4C93-BBC6-F3CB9D599A84}">
      <dsp:nvSpPr>
        <dsp:cNvPr id="0" name=""/>
        <dsp:cNvSpPr/>
      </dsp:nvSpPr>
      <dsp:spPr>
        <a:xfrm>
          <a:off x="3646165" y="759592"/>
          <a:ext cx="3271948" cy="71"/>
        </a:xfrm>
        <a:prstGeom prst="rect">
          <a:avLst/>
        </a:prstGeom>
        <a:solidFill>
          <a:schemeClr val="accent2">
            <a:tint val="40000"/>
            <a:alpha val="90000"/>
            <a:hueOff val="2525519"/>
            <a:satOff val="-23337"/>
            <a:lumOff val="-263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525519"/>
              <a:satOff val="-23337"/>
              <a:lumOff val="-26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A6C880-65C3-464D-AA2F-3B323F863F62}">
      <dsp:nvSpPr>
        <dsp:cNvPr id="0" name=""/>
        <dsp:cNvSpPr/>
      </dsp:nvSpPr>
      <dsp:spPr>
        <a:xfrm>
          <a:off x="7005365" y="641692"/>
          <a:ext cx="167232" cy="30316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07FE8-3E1C-4B0B-AD7C-22A0830EA46C}">
      <dsp:nvSpPr>
        <dsp:cNvPr id="0" name=""/>
        <dsp:cNvSpPr/>
      </dsp:nvSpPr>
      <dsp:spPr>
        <a:xfrm>
          <a:off x="4522511" y="0"/>
          <a:ext cx="1519256" cy="1519256"/>
        </a:xfrm>
        <a:prstGeom prst="ellips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956" tIns="58956" rIns="58956" bIns="58956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2</a:t>
          </a:r>
        </a:p>
      </dsp:txBody>
      <dsp:txXfrm>
        <a:off x="4745001" y="222490"/>
        <a:ext cx="1074276" cy="1074276"/>
      </dsp:txXfrm>
    </dsp:sp>
    <dsp:sp modelId="{4AB884B8-695B-4DF2-A297-AF622BABE2E3}">
      <dsp:nvSpPr>
        <dsp:cNvPr id="0" name=""/>
        <dsp:cNvSpPr/>
      </dsp:nvSpPr>
      <dsp:spPr>
        <a:xfrm>
          <a:off x="3646165" y="1684800"/>
          <a:ext cx="3271948" cy="2004605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4209199"/>
            <a:satOff val="-38895"/>
            <a:lumOff val="-438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209199"/>
              <a:satOff val="-38895"/>
              <a:lumOff val="-43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95" tIns="165100" rIns="25809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PHASE 2: Strategic Initiatives (Weeks 3-8) ━━━━━━━━━━━━━━━━━━━🎯 Incentive program: Push annual contracts 🎯 Investigate Fiber Optic service quality </a:t>
          </a:r>
          <a:endParaRPr lang="ar-EG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🎯 New customer onboarding program</a:t>
          </a:r>
        </a:p>
      </dsp:txBody>
      <dsp:txXfrm>
        <a:off x="3646165" y="2085721"/>
        <a:ext cx="3271948" cy="1603684"/>
      </dsp:txXfrm>
    </dsp:sp>
    <dsp:sp modelId="{21358C6D-B0FE-4F0A-A573-5E97CC348FC7}">
      <dsp:nvSpPr>
        <dsp:cNvPr id="0" name=""/>
        <dsp:cNvSpPr/>
      </dsp:nvSpPr>
      <dsp:spPr>
        <a:xfrm>
          <a:off x="7281663" y="762501"/>
          <a:ext cx="1635974" cy="69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D9F76-CC6E-40A9-B7F3-C340E9B27222}">
      <dsp:nvSpPr>
        <dsp:cNvPr id="0" name=""/>
        <dsp:cNvSpPr/>
      </dsp:nvSpPr>
      <dsp:spPr>
        <a:xfrm>
          <a:off x="8158009" y="2908"/>
          <a:ext cx="1519256" cy="1519256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956" tIns="58956" rIns="58956" bIns="58956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3</a:t>
          </a:r>
        </a:p>
      </dsp:txBody>
      <dsp:txXfrm>
        <a:off x="8380499" y="225398"/>
        <a:ext cx="1074276" cy="1074276"/>
      </dsp:txXfrm>
    </dsp:sp>
    <dsp:sp modelId="{E4633185-B390-45B6-8B91-1C04DE76D952}">
      <dsp:nvSpPr>
        <dsp:cNvPr id="0" name=""/>
        <dsp:cNvSpPr/>
      </dsp:nvSpPr>
      <dsp:spPr>
        <a:xfrm>
          <a:off x="7281663" y="1684800"/>
          <a:ext cx="3271948" cy="2004605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95" tIns="165100" rIns="25809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PHASE 3: Continuous Improvement (Ongoing) ━━━━━━━━━━━━━━━━━━━📊 Monthly performance reviews</a:t>
          </a:r>
          <a:endParaRPr lang="ar-EG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📊 Quarterly model updates </a:t>
          </a:r>
          <a:endParaRPr lang="ar-EG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📊 A/B test retention offers</a:t>
          </a:r>
        </a:p>
      </dsp:txBody>
      <dsp:txXfrm>
        <a:off x="7281663" y="2085721"/>
        <a:ext cx="3271948" cy="16036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42AA0-6961-43DF-A8F2-3EA76F8B665D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FE837A75-83F5-4AAE-B98E-7A1070EBE229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✅ APPROVAL TO PROCEED Green light to deploy the system </a:t>
          </a:r>
        </a:p>
      </dsp:txBody>
      <dsp:txXfrm>
        <a:off x="748607" y="2795"/>
        <a:ext cx="1922896" cy="1153737"/>
      </dsp:txXfrm>
    </dsp:sp>
    <dsp:sp modelId="{8DDC26E0-ED77-4819-AF56-0B8EFCD0E1FF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F1B35029-0BE2-4F43-BB8A-6273BCE76A50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👥 RESOURCES NEEDED </a:t>
          </a:r>
        </a:p>
      </dsp:txBody>
      <dsp:txXfrm>
        <a:off x="3113770" y="2795"/>
        <a:ext cx="1922896" cy="1153737"/>
      </dsp:txXfrm>
    </dsp:sp>
    <dsp:sp modelId="{E1A38D16-9F11-45AF-AD3B-30E71A39C554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106D803C-C7FD-40B8-B869-CA8FEC5D5DC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1 developer (2 weeks integration) </a:t>
          </a:r>
        </a:p>
      </dsp:txBody>
      <dsp:txXfrm>
        <a:off x="5478933" y="2795"/>
        <a:ext cx="1922896" cy="1153737"/>
      </dsp:txXfrm>
    </dsp:sp>
    <dsp:sp modelId="{BE3CD0E0-8EF6-428C-9FA2-D28DE941A8DC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EAD670ED-06C6-4AB2-935B-97BB7A0289B7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Marketing team alignment </a:t>
          </a:r>
        </a:p>
      </dsp:txBody>
      <dsp:txXfrm>
        <a:off x="7844095" y="2795"/>
        <a:ext cx="1922896" cy="1153737"/>
      </dsp:txXfrm>
    </dsp:sp>
    <dsp:sp modelId="{FB7DB944-41E0-4FBB-97AF-4EC68822CCAE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0E3B0868-596F-497D-8F83-B79DF78E4477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$50K budget for retention offers (Phase 1) </a:t>
          </a:r>
        </a:p>
      </dsp:txBody>
      <dsp:txXfrm>
        <a:off x="748607" y="1598800"/>
        <a:ext cx="1922896" cy="1153737"/>
      </dsp:txXfrm>
    </dsp:sp>
    <dsp:sp modelId="{0C9E6DBA-D982-4999-A0DC-F2B7660828AB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BAF58E13-43F9-40F6-A390-7BA4C20490A5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📅 KEY MILESTONES </a:t>
          </a:r>
        </a:p>
      </dsp:txBody>
      <dsp:txXfrm>
        <a:off x="3113770" y="1598800"/>
        <a:ext cx="1922896" cy="1153737"/>
      </dsp:txXfrm>
    </dsp:sp>
    <dsp:sp modelId="{F563A1E5-1AE4-4D3C-8E8F-3F4682BE671A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6BB6A486-7E5A-49C0-AB10-245ADFD4D922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Week 1: System deployment </a:t>
          </a:r>
        </a:p>
      </dsp:txBody>
      <dsp:txXfrm>
        <a:off x="5478933" y="1598800"/>
        <a:ext cx="1922896" cy="1153737"/>
      </dsp:txXfrm>
    </dsp:sp>
    <dsp:sp modelId="{A7DB0642-7CBE-4302-87C9-6B24203B71C9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F08D6D42-C0A7-4E91-889B-D3AA291D04E1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Week 4: First results review </a:t>
          </a:r>
        </a:p>
      </dsp:txBody>
      <dsp:txXfrm>
        <a:off x="7844095" y="1598800"/>
        <a:ext cx="1922896" cy="1153737"/>
      </dsp:txXfrm>
    </dsp:sp>
    <dsp:sp modelId="{B0FD7D55-7AF3-4999-A1BC-EF21409B77B3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163185AD-252C-4EC2-B630-C44134B47ABA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Week 12: Phase 1 ROI report </a:t>
          </a:r>
        </a:p>
      </dsp:txBody>
      <dsp:txXfrm>
        <a:off x="748607" y="3194804"/>
        <a:ext cx="1922896" cy="1153737"/>
      </dsp:txXfrm>
    </dsp:sp>
    <dsp:sp modelId="{245BE9BE-682C-4ADE-B42D-FA763E41D025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4AFD38D5-60BF-4E1A-84CB-A34AED5F0B3D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💬 LET'S DISCUSS </a:t>
          </a:r>
        </a:p>
      </dsp:txBody>
      <dsp:txXfrm>
        <a:off x="3113770" y="3194804"/>
        <a:ext cx="1922896" cy="1153737"/>
      </dsp:txXfrm>
    </dsp:sp>
    <dsp:sp modelId="{BA66C0F5-5CE7-4A82-A8AB-15F54D17C905}">
      <dsp:nvSpPr>
        <dsp:cNvPr id="0" name=""/>
        <dsp:cNvSpPr/>
      </dsp:nvSpPr>
      <dsp:spPr>
        <a:xfrm>
          <a:off x="7400029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3769461"/>
        <a:ext cx="22113" cy="4422"/>
      </dsp:txXfrm>
    </dsp:sp>
    <dsp:sp modelId="{4674F808-67DA-4292-AA25-D0D237335710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Questions? Concerns? Ideas? </a:t>
          </a:r>
        </a:p>
      </dsp:txBody>
      <dsp:txXfrm>
        <a:off x="5478933" y="3194804"/>
        <a:ext cx="1922896" cy="1153737"/>
      </dsp:txXfrm>
    </dsp:sp>
    <dsp:sp modelId="{47EB3DA8-84B1-4651-9167-187A24ED8D93}">
      <dsp:nvSpPr>
        <dsp:cNvPr id="0" name=""/>
        <dsp:cNvSpPr/>
      </dsp:nvSpPr>
      <dsp:spPr>
        <a:xfrm>
          <a:off x="7844095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Thank You!</a:t>
          </a:r>
        </a:p>
      </dsp:txBody>
      <dsp:txXfrm>
        <a:off x="7844095" y="3194804"/>
        <a:ext cx="1922896" cy="1153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A2C9-5038-E705-F0F2-3B1A71189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B311A-F899-E099-0091-EEE6004D8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65748-B92D-89BB-74B0-64344C99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EA8FE-3888-C083-FC23-8693EABF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0DE9C-398C-98B4-65EC-1BCB38FA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4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DE0E-3FA8-9521-419B-4C6FFA20C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57009-32D8-5ED6-C209-903DEDC37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1DC3F-3088-1673-8382-4BE81BD5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504B8-8202-2B12-E9A9-4B65DDAB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A6930-BCEE-7C0F-6605-72CB8B2C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98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38E7-1EFB-151C-A74E-5DBD4E24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4521F-652A-339C-8608-C48EBD10B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4D058-415A-58FA-A2FD-34EDC91C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2CA5A-6BD0-A7B8-9869-43460219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61B37-7D95-1C8E-E839-88E6E868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4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39CE-59C6-F465-161F-693C9C318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19600-0B3A-1880-2628-86BA105E0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5C542-F301-5E81-BB12-1E274CAB9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39B12-E853-8EC9-A899-D6D0A5F2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A8ED2-B188-BFE8-F1B0-F51FDB17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DE270-0A71-1F88-E07F-F1CC7815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91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2B50-2F6B-23B7-B425-BFEF5376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48F1F-080C-DF29-B19B-5C18EBC10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2B4F4-B2DA-786D-43C1-E48C511DC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C4FC5-2CBE-AAB3-DF24-8D15DF289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4FDB65-CD7B-C3B9-7157-DE6E8B2EF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210FF-94A4-BE03-09B0-96D2ADC5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48F6D-0358-A6B8-F8C1-D1C3A2B0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660E1-A5E3-0161-296F-F7A84D3B5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2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C82D-9B33-CF73-9114-E54F9818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3DE51-C4DB-ED74-7C28-D16EFC10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1B7245-D033-101C-B8A0-8885EF2D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011A1-E148-1360-1188-F85C98BE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0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7F0FD-61A1-AF1B-7947-DFA7C782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D6DDB-97FA-9976-BA14-5FBC5804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29082-6246-7129-7802-4CBAEBE8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11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F798-0873-B3DD-C9AC-2A5B80E3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08352-C3BF-8063-7DAD-F6B4E2222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1FCB7-69FE-474E-8453-AC6D842CA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89557-24BD-1800-BE02-929974B6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DF979-D9B6-9D98-E290-6E3336BF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22D23-1B75-A8FF-A593-458A852F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9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5A06-CA8F-62CC-DF32-FD62F54B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19D97-7F25-6541-425F-9B2D8930A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47626-E57B-8EE8-2C14-9160E44D9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BE196-8F4D-38B5-3A0C-D2F0230D2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670E8-B3E4-A8E9-4946-88CD3BD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57E53-DB62-7FAE-1D87-F7866770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7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7835-71CC-DB8F-154D-407EEA0B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84B68-359C-5207-F9BE-8C7850418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487FB-2341-9B85-74DD-088533B3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F4537-34CB-54C4-B002-F0510B06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40188-7DC3-4CC6-EA35-8E5F5FBB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9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6559D5-DA71-9E52-9B27-57228A7CF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7103D-E819-5B51-362D-C3F4226A1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086A2-AEE6-D9FC-5A22-4F903E9F3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3254B-7500-876B-CC65-F4EAA98C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535C7-AD54-FCFC-BFFE-5470B8E9F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8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86BBE3-CB7A-F861-0578-1D2E0DF10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2805B-00A1-A066-C661-3D8D555B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F107E-E8C7-5979-E014-D1773D9D4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F9ABB-E457-4A5F-A9C2-C892B24A682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ECE18-8213-CF60-AEB0-024F021D4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C73EF-F840-E883-386D-DAFDDCFE9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A0629-0E23-4C7F-8EF4-7F5E4B5B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2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8DD85-F1C3-5842-8AFB-60909F0C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379" y="-796286"/>
            <a:ext cx="4266410" cy="4722102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Customer Churn Analysis   Protecting Our Revenue, One Customer at a Time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B53B14-21CD-F9AD-4BBC-958F34BAB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64050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1725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179EEB-C99D-735B-3D73-646DB024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586855"/>
            <a:ext cx="3726801" cy="3387497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We're Losing 1 in 4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FC84C-6F8B-0788-A39E-AE833652C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🚨 We're Losing 1 in 4 Customers</a:t>
            </a:r>
            <a:endParaRPr lang="ar-EG" sz="1700"/>
          </a:p>
          <a:p>
            <a:r>
              <a:rPr lang="en-US" sz="1700"/>
              <a:t>📉 Current State:   </a:t>
            </a:r>
            <a:endParaRPr lang="ar-EG" sz="1700"/>
          </a:p>
          <a:p>
            <a:pPr lvl="1"/>
            <a:r>
              <a:rPr lang="en-US" sz="1700"/>
              <a:t> 26.5% customer churn rate   </a:t>
            </a:r>
            <a:endParaRPr lang="ar-EG" sz="1700"/>
          </a:p>
          <a:p>
            <a:pPr lvl="1"/>
            <a:r>
              <a:rPr lang="en-US" sz="1700"/>
              <a:t> 1,869 customers lost out of 7,043   </a:t>
            </a:r>
            <a:endParaRPr lang="ar-EG" sz="1700"/>
          </a:p>
          <a:p>
            <a:pPr lvl="1"/>
            <a:endParaRPr lang="ar-EG" sz="1700"/>
          </a:p>
          <a:p>
            <a:pPr lvl="1"/>
            <a:r>
              <a:rPr lang="en-US" sz="1700"/>
              <a:t>💸 Estimated Revenue Impact:  </a:t>
            </a:r>
            <a:endParaRPr lang="ar-EG" sz="1700"/>
          </a:p>
          <a:p>
            <a:pPr lvl="1"/>
            <a:r>
              <a:rPr lang="en-US" sz="1700"/>
              <a:t> • $1.87M annual revenue at risk  </a:t>
            </a:r>
            <a:endParaRPr lang="ar-EG" sz="1700"/>
          </a:p>
          <a:p>
            <a:pPr lvl="1"/>
            <a:r>
              <a:rPr lang="en-US" sz="1700"/>
              <a:t> • Based on $1,000 average customer value   </a:t>
            </a:r>
            <a:endParaRPr lang="ar-EG" sz="1700"/>
          </a:p>
          <a:p>
            <a:pPr lvl="1"/>
            <a:endParaRPr lang="ar-EG" sz="1700"/>
          </a:p>
          <a:p>
            <a:pPr lvl="1"/>
            <a:r>
              <a:rPr lang="en-US" sz="1700"/>
              <a:t>❓ The Critical Question:   "Can we predict WHO will leave BEFORE they do?"</a:t>
            </a:r>
            <a:endParaRPr lang="ar-EG" sz="1700"/>
          </a:p>
          <a:p>
            <a:endParaRPr lang="ar-EG" sz="1700"/>
          </a:p>
          <a:p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A9CF5-D38F-70E1-0926-4A73C095D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1" y="1256044"/>
            <a:ext cx="3908327" cy="392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57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BEECCF-1179-E05E-0949-15E9EC38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📋 Three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C4A50-51B5-917B-25E1-D2305836C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1️⃣ WE BUILT A PREDICTION SYSTEM </a:t>
            </a:r>
            <a:endParaRPr lang="ar-EG" sz="1700" dirty="0"/>
          </a:p>
          <a:p>
            <a:r>
              <a:rPr lang="en-US" sz="1700" dirty="0"/>
              <a:t>84% accuracy in predicting churn </a:t>
            </a:r>
            <a:endParaRPr lang="ar-EG" sz="1700" dirty="0"/>
          </a:p>
          <a:p>
            <a:r>
              <a:rPr lang="en-US" sz="1700" dirty="0"/>
              <a:t>Catches 8 out of 10 at-risk customers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2️⃣ WE IDENTIFIED THE ROOT CAUSES </a:t>
            </a:r>
            <a:endParaRPr lang="ar-EG" sz="1700" dirty="0"/>
          </a:p>
          <a:p>
            <a:r>
              <a:rPr lang="en-US" sz="1700" dirty="0"/>
              <a:t> 3 high-risk customer segments </a:t>
            </a:r>
            <a:endParaRPr lang="ar-EG" sz="1700" dirty="0"/>
          </a:p>
          <a:p>
            <a:r>
              <a:rPr lang="en-US" sz="1700" dirty="0"/>
              <a:t> 1 service driving 42% of churn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3️⃣ WE HAVE A CLEAR ACTION PLAN </a:t>
            </a:r>
            <a:endParaRPr lang="ar-EG" sz="1700" dirty="0"/>
          </a:p>
          <a:p>
            <a:r>
              <a:rPr lang="en-US" sz="1700" dirty="0"/>
              <a:t> Potential $185K+ annual savings </a:t>
            </a:r>
            <a:endParaRPr lang="ar-EG" sz="1700" dirty="0"/>
          </a:p>
          <a:p>
            <a:r>
              <a:rPr lang="en-US" sz="1700" dirty="0"/>
              <a:t>Ready to deploy in 2 weeks</a:t>
            </a:r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EE6EE2E4-570F-CBA0-FD00-B22EEBBCFB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9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A9775-B5A1-DA76-3387-5F16AFBD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🔍 How We Approached This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10D222-F18E-D27B-1850-808B3F87E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2047076"/>
            <a:ext cx="7225748" cy="276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790F20-539F-695C-A7F5-C834AE88DE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967" b="476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FBA5D-3748-D8BD-D3FD-112BFD013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👥 The 3 Highest-Risk Customer Segments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2290C3-BEA0-9011-01A7-C8543F8778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2670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587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649E1-719B-16C3-911E-C8DCE5FC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/>
              <a:t>💡 The #1 Insight That Changes Everything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337FB-A76A-8DD9-66E7-A74AE9E6B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Contract Length Is The MOST POWERFUL Retention Tool We Have</a:t>
            </a:r>
            <a:endParaRPr lang="ar-EG" sz="2000"/>
          </a:p>
          <a:p>
            <a:pPr marL="0" indent="0">
              <a:buNone/>
            </a:pPr>
            <a:r>
              <a:rPr lang="en-US" sz="2000"/>
              <a:t> 📊 Churn Rate by Contract Type: </a:t>
            </a:r>
            <a:endParaRPr lang="ar-EG" sz="2000"/>
          </a:p>
          <a:p>
            <a:pPr marL="0" indent="0">
              <a:buNone/>
            </a:pPr>
            <a:r>
              <a:rPr lang="en-US" sz="2000"/>
              <a:t>Month-to-Month:  42.71% </a:t>
            </a:r>
            <a:endParaRPr lang="ar-EG" sz="2000"/>
          </a:p>
          <a:p>
            <a:pPr marL="0" indent="0">
              <a:buNone/>
            </a:pPr>
            <a:r>
              <a:rPr lang="en-US" sz="2000"/>
              <a:t>One Year: 11.27% </a:t>
            </a:r>
            <a:endParaRPr lang="ar-EG" sz="2000"/>
          </a:p>
          <a:p>
            <a:pPr marL="0" indent="0">
              <a:buNone/>
            </a:pPr>
            <a:r>
              <a:rPr lang="en-US" sz="2000"/>
              <a:t>Two Year:  2.83% 💡</a:t>
            </a:r>
            <a:endParaRPr lang="ar-EG" sz="2000"/>
          </a:p>
          <a:p>
            <a:pPr marL="0" indent="0">
              <a:buNone/>
            </a:pPr>
            <a:r>
              <a:rPr lang="en-US" sz="2000"/>
              <a:t> Two-year customers are 15x MORE LOYAL than month-to-month customers</a:t>
            </a:r>
            <a:endParaRPr lang="ar-EG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8392F-A4B3-3F99-DAB0-C9CC51D9B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15608"/>
            <a:ext cx="5150277" cy="305153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5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768979-980E-5ABE-A1AC-C8A346D3E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🤖 Meet Our Early Warning System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D360-053F-1AD1-606C-4B873889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000"/>
              <a:t>What it does: </a:t>
            </a:r>
            <a:endParaRPr lang="ar-EG" sz="1000"/>
          </a:p>
          <a:p>
            <a:pPr marL="0" indent="0">
              <a:buNone/>
            </a:pPr>
            <a:r>
              <a:rPr lang="ar-EG" sz="1000"/>
              <a:t>    </a:t>
            </a:r>
            <a:r>
              <a:rPr lang="en-US" sz="1000"/>
              <a:t>✅ Scans every customer profile daily </a:t>
            </a:r>
            <a:endParaRPr lang="ar-EG" sz="1000"/>
          </a:p>
          <a:p>
            <a:pPr marL="0" indent="0">
              <a:buNone/>
            </a:pPr>
            <a:r>
              <a:rPr lang="ar-EG" sz="1000"/>
              <a:t>    </a:t>
            </a:r>
            <a:r>
              <a:rPr lang="en-US" sz="1000"/>
              <a:t>✅ Calculates a risk score (0-100%) </a:t>
            </a:r>
            <a:endParaRPr lang="ar-EG" sz="1000"/>
          </a:p>
          <a:p>
            <a:pPr marL="0" indent="0">
              <a:buNone/>
            </a:pPr>
            <a:r>
              <a:rPr lang="ar-EG" sz="1000"/>
              <a:t>    </a:t>
            </a:r>
            <a:r>
              <a:rPr lang="en-US" sz="1000"/>
              <a:t>✅ Flags high-risk customers </a:t>
            </a:r>
            <a:endParaRPr lang="ar-EG" sz="1000"/>
          </a:p>
          <a:p>
            <a:pPr marL="0" indent="0">
              <a:buNone/>
            </a:pPr>
            <a:r>
              <a:rPr lang="ar-EG" sz="1000"/>
              <a:t>    </a:t>
            </a:r>
            <a:r>
              <a:rPr lang="en-US" sz="1000"/>
              <a:t>✅ Recommends retention actions </a:t>
            </a:r>
            <a:endParaRPr lang="ar-EG" sz="1000"/>
          </a:p>
          <a:p>
            <a:r>
              <a:rPr lang="en-US" sz="1000"/>
              <a:t>Accuracy Metrics: </a:t>
            </a:r>
            <a:endParaRPr lang="ar-EG" sz="1000"/>
          </a:p>
          <a:p>
            <a:r>
              <a:rPr lang="en-US" sz="1000"/>
              <a:t>🎯 84% overall accuracy </a:t>
            </a:r>
            <a:endParaRPr lang="ar-EG" sz="1000"/>
          </a:p>
          <a:p>
            <a:pPr marL="0" indent="0">
              <a:buNone/>
            </a:pPr>
            <a:r>
              <a:rPr lang="ar-EG" sz="1000"/>
              <a:t>     </a:t>
            </a:r>
            <a:r>
              <a:rPr lang="en-US" sz="1000"/>
              <a:t>🎯 Catches 8 out of 10 churners </a:t>
            </a:r>
            <a:endParaRPr lang="ar-EG" sz="1000"/>
          </a:p>
          <a:p>
            <a:pPr marL="0" indent="0">
              <a:buNone/>
            </a:pPr>
            <a:r>
              <a:rPr lang="ar-EG" sz="1000"/>
              <a:t>     </a:t>
            </a:r>
            <a:r>
              <a:rPr lang="en-US" sz="1000"/>
              <a:t>🎯 Tested on 1,409 real cases </a:t>
            </a:r>
            <a:endParaRPr lang="ar-EG" sz="1000"/>
          </a:p>
          <a:p>
            <a:r>
              <a:rPr lang="en-US" sz="1000"/>
              <a:t>Example: </a:t>
            </a:r>
            <a:endParaRPr lang="ar-EG" sz="1000"/>
          </a:p>
          <a:p>
            <a:pPr marL="0" indent="0">
              <a:buNone/>
            </a:pPr>
            <a:r>
              <a:rPr lang="ar-EG" sz="1000"/>
              <a:t>   </a:t>
            </a:r>
            <a:r>
              <a:rPr lang="en-US" sz="1000"/>
              <a:t>Customer #4521: 🔴 HIGH RISK (87%) </a:t>
            </a:r>
            <a:endParaRPr lang="ar-EG" sz="1000"/>
          </a:p>
          <a:p>
            <a:pPr marL="0" indent="0">
              <a:buNone/>
            </a:pPr>
            <a:r>
              <a:rPr lang="ar-EG" sz="1000"/>
              <a:t>   </a:t>
            </a:r>
            <a:r>
              <a:rPr lang="en-US" sz="1000"/>
              <a:t>→ Reason: New + Fiber + Monthly contract </a:t>
            </a:r>
            <a:endParaRPr lang="ar-EG" sz="1000"/>
          </a:p>
          <a:p>
            <a:pPr marL="0" indent="0">
              <a:buNone/>
            </a:pPr>
            <a:r>
              <a:rPr lang="ar-EG" sz="1000"/>
              <a:t>   </a:t>
            </a:r>
            <a:r>
              <a:rPr lang="en-US" sz="1000"/>
              <a:t>→ Suggested action: Offer 1-year discount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9947A-6B63-3BA4-6B11-F297C545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532705"/>
            <a:ext cx="5628018" cy="355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50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4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304800" dist="3175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53325-860B-E96B-29F3-59FDE7FE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853796"/>
            <a:ext cx="6032738" cy="1288211"/>
          </a:xfrm>
        </p:spPr>
        <p:txBody>
          <a:bodyPr anchor="b">
            <a:normAutofit/>
          </a:bodyPr>
          <a:lstStyle/>
          <a:p>
            <a:r>
              <a:rPr lang="en-US" sz="4000"/>
              <a:t>💰 The Bottom Line: $185K+ Annual Savings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57FA4-65CA-5631-7091-36238615C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04" y="705531"/>
            <a:ext cx="5620769" cy="352703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75C38-0004-66C5-33EE-B80196FB6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006" y="743803"/>
            <a:ext cx="3304272" cy="54741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On our test sample of 1,409 customers: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Customers SAVED 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(caught before they left) 294 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Value protected: +$294,000 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────────────────────────────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Customers MISSED 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(slipped through) 80 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Value lost: -$80,000 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────────────────────────────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Cost of retention offers -$28,600 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────────────────────────────</a:t>
            </a:r>
            <a:endParaRPr lang="ar-EG" sz="1700" dirty="0"/>
          </a:p>
          <a:p>
            <a:pPr marL="0" indent="0">
              <a:buNone/>
            </a:pPr>
            <a:r>
              <a:rPr lang="en-US" sz="1700" dirty="0"/>
              <a:t>📈 NET BUSINESS VALUE $185,400</a:t>
            </a:r>
          </a:p>
        </p:txBody>
      </p:sp>
    </p:spTree>
    <p:extLst>
      <p:ext uri="{BB962C8B-B14F-4D97-AF65-F5344CB8AC3E}">
        <p14:creationId xmlns:p14="http://schemas.microsoft.com/office/powerpoint/2010/main" val="2241315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9C229-3EBD-015E-96B1-E1B12E95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🎯 Our 3-Phase Action Plan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243A76-C084-466B-DF1F-E7155D7FC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4582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9731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F1FE12-FCF3-82ED-AC74-9429352D26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833" b="98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62D9F-9AC8-F454-0CA8-72B4FE3DF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🚀 What We Need From You 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2548707-90BC-A8E5-5768-AB6BBD3E6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9587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9271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616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Customer Churn Analysis   Protecting Our Revenue, One Customer at a Time</vt:lpstr>
      <vt:lpstr>We're Losing 1 in 4 Customers</vt:lpstr>
      <vt:lpstr>📋 Three Key Takeaways</vt:lpstr>
      <vt:lpstr>🔍 How We Approached This</vt:lpstr>
      <vt:lpstr>👥 The 3 Highest-Risk Customer Segments</vt:lpstr>
      <vt:lpstr>💡 The #1 Insight That Changes Everything</vt:lpstr>
      <vt:lpstr>🤖 Meet Our Early Warning System</vt:lpstr>
      <vt:lpstr>💰 The Bottom Line: $185K+ Annual Savings</vt:lpstr>
      <vt:lpstr>🎯 Our 3-Phase Action Plan</vt:lpstr>
      <vt:lpstr>🚀 What We Need From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Mohamed Abo Elftoh Elsaid</dc:creator>
  <cp:lastModifiedBy>Ali Mohamed Abo Elftoh Elsaid</cp:lastModifiedBy>
  <cp:revision>1</cp:revision>
  <dcterms:created xsi:type="dcterms:W3CDTF">2026-05-16T11:26:44Z</dcterms:created>
  <dcterms:modified xsi:type="dcterms:W3CDTF">2026-05-16T12:06:51Z</dcterms:modified>
</cp:coreProperties>
</file>